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0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54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13" Type="http://schemas.openxmlformats.org/officeDocument/2006/relationships/image" Target="../media/image27.jpg"/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12" Type="http://schemas.openxmlformats.org/officeDocument/2006/relationships/image" Target="../media/image26.jpg"/><Relationship Id="rId2" Type="http://schemas.openxmlformats.org/officeDocument/2006/relationships/image" Target="../media/image16.jp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11" Type="http://schemas.openxmlformats.org/officeDocument/2006/relationships/image" Target="../media/image25.jpg"/><Relationship Id="rId5" Type="http://schemas.openxmlformats.org/officeDocument/2006/relationships/image" Target="../media/image19.jpg"/><Relationship Id="rId15" Type="http://schemas.openxmlformats.org/officeDocument/2006/relationships/image" Target="../media/image29.jpg"/><Relationship Id="rId10" Type="http://schemas.openxmlformats.org/officeDocument/2006/relationships/image" Target="../media/image24.jpg"/><Relationship Id="rId4" Type="http://schemas.openxmlformats.org/officeDocument/2006/relationships/image" Target="../media/image18.jpg"/><Relationship Id="rId9" Type="http://schemas.openxmlformats.org/officeDocument/2006/relationships/image" Target="../media/image23.jpg"/><Relationship Id="rId14" Type="http://schemas.openxmlformats.org/officeDocument/2006/relationships/image" Target="../media/image2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42.jpg"/><Relationship Id="rId3" Type="http://schemas.openxmlformats.org/officeDocument/2006/relationships/image" Target="../media/image32.jpg"/><Relationship Id="rId7" Type="http://schemas.openxmlformats.org/officeDocument/2006/relationships/image" Target="../media/image36.jpg"/><Relationship Id="rId12" Type="http://schemas.openxmlformats.org/officeDocument/2006/relationships/image" Target="../media/image41.jpg"/><Relationship Id="rId2" Type="http://schemas.openxmlformats.org/officeDocument/2006/relationships/image" Target="../media/image31.jpg"/><Relationship Id="rId16" Type="http://schemas.openxmlformats.org/officeDocument/2006/relationships/image" Target="../media/image4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g"/><Relationship Id="rId11" Type="http://schemas.openxmlformats.org/officeDocument/2006/relationships/image" Target="../media/image40.jpg"/><Relationship Id="rId5" Type="http://schemas.openxmlformats.org/officeDocument/2006/relationships/image" Target="../media/image34.jpg"/><Relationship Id="rId15" Type="http://schemas.openxmlformats.org/officeDocument/2006/relationships/image" Target="../media/image44.jpg"/><Relationship Id="rId10" Type="http://schemas.openxmlformats.org/officeDocument/2006/relationships/image" Target="../media/image39.jpg"/><Relationship Id="rId4" Type="http://schemas.openxmlformats.org/officeDocument/2006/relationships/image" Target="../media/image33.jpg"/><Relationship Id="rId9" Type="http://schemas.openxmlformats.org/officeDocument/2006/relationships/image" Target="../media/image38.jpg"/><Relationship Id="rId14" Type="http://schemas.openxmlformats.org/officeDocument/2006/relationships/image" Target="../media/image4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g"/><Relationship Id="rId13" Type="http://schemas.openxmlformats.org/officeDocument/2006/relationships/image" Target="../media/image57.jpg"/><Relationship Id="rId3" Type="http://schemas.openxmlformats.org/officeDocument/2006/relationships/image" Target="../media/image47.jpg"/><Relationship Id="rId7" Type="http://schemas.openxmlformats.org/officeDocument/2006/relationships/image" Target="../media/image51.jpg"/><Relationship Id="rId12" Type="http://schemas.openxmlformats.org/officeDocument/2006/relationships/image" Target="../media/image56.jpg"/><Relationship Id="rId2" Type="http://schemas.openxmlformats.org/officeDocument/2006/relationships/image" Target="../media/image46.jpg"/><Relationship Id="rId16" Type="http://schemas.openxmlformats.org/officeDocument/2006/relationships/image" Target="../media/image60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g"/><Relationship Id="rId11" Type="http://schemas.openxmlformats.org/officeDocument/2006/relationships/image" Target="../media/image55.jpg"/><Relationship Id="rId5" Type="http://schemas.openxmlformats.org/officeDocument/2006/relationships/image" Target="../media/image49.jpg"/><Relationship Id="rId15" Type="http://schemas.openxmlformats.org/officeDocument/2006/relationships/image" Target="../media/image59.jpg"/><Relationship Id="rId10" Type="http://schemas.openxmlformats.org/officeDocument/2006/relationships/image" Target="../media/image54.jpg"/><Relationship Id="rId4" Type="http://schemas.openxmlformats.org/officeDocument/2006/relationships/image" Target="../media/image48.jpg"/><Relationship Id="rId9" Type="http://schemas.openxmlformats.org/officeDocument/2006/relationships/image" Target="../media/image53.jpg"/><Relationship Id="rId14" Type="http://schemas.openxmlformats.org/officeDocument/2006/relationships/image" Target="../media/image5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482586"/>
            <a:ext cx="11277295" cy="1892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 dirty="0">
                <a:solidFill>
                  <a:srgbClr val="262626"/>
                </a:solidFill>
                <a:latin typeface="맑은 고딕"/>
              </a:rPr>
              <a:t>중</a:t>
            </a:r>
            <a:r>
              <a:rPr sz="2400" b="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lang="en-US" sz="2400" b="0" dirty="0" smtClean="0">
                <a:solidFill>
                  <a:srgbClr val="262626"/>
                </a:solidFill>
                <a:latin typeface="맑은 고딕"/>
              </a:rPr>
              <a:t>-</a:t>
            </a:r>
            <a:r>
              <a:rPr sz="2400" b="0" dirty="0" smtClean="0">
                <a:solidFill>
                  <a:srgbClr val="262626"/>
                </a:solidFill>
                <a:latin typeface="맑은 고딕"/>
              </a:rPr>
              <a:t>2</a:t>
            </a:r>
            <a:endParaRPr sz="2400" b="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sz="2400" b="0" dirty="0">
                <a:solidFill>
                  <a:srgbClr val="262626"/>
                </a:solidFill>
                <a:latin typeface="맑은 고딕"/>
              </a:rPr>
              <a:t>Ⅰ. </a:t>
            </a:r>
            <a:r>
              <a:rPr sz="2400" b="0" dirty="0" err="1" smtClean="0">
                <a:solidFill>
                  <a:srgbClr val="262626"/>
                </a:solidFill>
                <a:latin typeface="맑은 고딕"/>
              </a:rPr>
              <a:t>삼각형의</a:t>
            </a:r>
            <a:r>
              <a:rPr sz="2400" b="0" dirty="0" smtClean="0">
                <a:solidFill>
                  <a:srgbClr val="262626"/>
                </a:solidFill>
                <a:latin typeface="맑은 고딕"/>
              </a:rPr>
              <a:t> </a:t>
            </a:r>
            <a:r>
              <a:rPr sz="2400" b="0" dirty="0" err="1" smtClean="0">
                <a:solidFill>
                  <a:srgbClr val="262626"/>
                </a:solidFill>
                <a:latin typeface="맑은 고딕"/>
              </a:rPr>
              <a:t>성질</a:t>
            </a:r>
            <a:endParaRPr lang="en-US" sz="24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200" dirty="0" smtClean="0">
                <a:solidFill>
                  <a:srgbClr val="262626"/>
                </a:solidFill>
                <a:latin typeface="맑은 고딕"/>
              </a:rPr>
              <a:t>1. </a:t>
            </a:r>
            <a:r>
              <a:rPr lang="ko-KR" altLang="en-US" sz="2200" dirty="0" smtClean="0">
                <a:solidFill>
                  <a:srgbClr val="262626"/>
                </a:solidFill>
                <a:latin typeface="맑은 고딕"/>
              </a:rPr>
              <a:t>삼각형의 성질</a:t>
            </a:r>
            <a:endParaRPr lang="en-US" altLang="ko-KR" sz="2200" dirty="0" smtClean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sz="2200" b="1" dirty="0" err="1" smtClean="0">
                <a:solidFill>
                  <a:srgbClr val="262626"/>
                </a:solidFill>
                <a:latin typeface="맑은 고딕"/>
              </a:rPr>
              <a:t>빈출유형</a:t>
            </a:r>
            <a:r>
              <a:rPr sz="2200" b="1" dirty="0" smtClean="0">
                <a:solidFill>
                  <a:srgbClr val="262626"/>
                </a:solidFill>
                <a:latin typeface="맑은 고딕"/>
              </a:rPr>
              <a:t> </a:t>
            </a:r>
            <a:r>
              <a:rPr sz="2200" b="1" dirty="0">
                <a:solidFill>
                  <a:srgbClr val="262626"/>
                </a:solidFill>
                <a:latin typeface="맑은 고딕"/>
              </a:rPr>
              <a:t>1세트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bbb008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81" y="137160"/>
            <a:ext cx="1653540" cy="1578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8p 1번 / 하</a:t>
            </a:r>
          </a:p>
        </p:txBody>
      </p:sp>
      <p:pic>
        <p:nvPicPr>
          <p:cNvPr id="4" name="Picture 3" descr="crop_p010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5402" y="137160"/>
            <a:ext cx="2091994" cy="15788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31607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10p 2번 / 하</a:t>
            </a:r>
          </a:p>
        </p:txBody>
      </p:sp>
      <p:pic>
        <p:nvPicPr>
          <p:cNvPr id="6" name="Picture 5" descr="crop_bbb008_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56" y="242374"/>
            <a:ext cx="2339583" cy="1368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26055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8p 4번 / 하</a:t>
            </a:r>
          </a:p>
        </p:txBody>
      </p:sp>
      <p:pic>
        <p:nvPicPr>
          <p:cNvPr id="8" name="Picture 7" descr="crop_p010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486" y="137160"/>
            <a:ext cx="2269617" cy="15788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20503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10p 4번 / 상</a:t>
            </a:r>
          </a:p>
        </p:txBody>
      </p:sp>
      <p:pic>
        <p:nvPicPr>
          <p:cNvPr id="10" name="Picture 9" descr="crop_p010_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588" y="137160"/>
            <a:ext cx="2118309" cy="15788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4951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10p 5번 / 중</a:t>
            </a:r>
          </a:p>
        </p:txBody>
      </p:sp>
      <p:pic>
        <p:nvPicPr>
          <p:cNvPr id="12" name="Picture 11" descr="crop_bbb009_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2508915"/>
            <a:ext cx="2339583" cy="127324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37160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백발백중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9p 7번 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pic>
        <p:nvPicPr>
          <p:cNvPr id="14" name="Picture 13" descr="crop_p011_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608" y="2529856"/>
            <a:ext cx="2339583" cy="123135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531607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11p 9번 / 중</a:t>
            </a:r>
          </a:p>
        </p:txBody>
      </p:sp>
      <p:pic>
        <p:nvPicPr>
          <p:cNvPr id="16" name="Picture 15" descr="crop_p012_1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1063" y="2356104"/>
            <a:ext cx="1329569" cy="157886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926055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12p 13번 / 하</a:t>
            </a:r>
          </a:p>
        </p:txBody>
      </p:sp>
      <p:pic>
        <p:nvPicPr>
          <p:cNvPr id="18" name="Picture 17" descr="crop_bbb009_1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0503" y="2492629"/>
            <a:ext cx="2339583" cy="130581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20503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9p 10번 / 중</a:t>
            </a:r>
          </a:p>
        </p:txBody>
      </p:sp>
      <p:pic>
        <p:nvPicPr>
          <p:cNvPr id="20" name="Picture 19" descr="crop_bbb010_1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4951" y="2486056"/>
            <a:ext cx="2339583" cy="131895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714951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10p 11번 / 상</a:t>
            </a:r>
          </a:p>
        </p:txBody>
      </p:sp>
      <p:pic>
        <p:nvPicPr>
          <p:cNvPr id="22" name="Picture 21" descr="crop_bbb010_1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3985" y="4575048"/>
            <a:ext cx="2005933" cy="157886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37160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10p 12번 / 중</a:t>
            </a:r>
          </a:p>
        </p:txBody>
      </p:sp>
      <p:pic>
        <p:nvPicPr>
          <p:cNvPr id="24" name="Picture 23" descr="crop_p013_18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1608" y="4618738"/>
            <a:ext cx="2339583" cy="149148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31607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13p 18번 / 중</a:t>
            </a:r>
          </a:p>
        </p:txBody>
      </p:sp>
      <p:pic>
        <p:nvPicPr>
          <p:cNvPr id="26" name="Picture 25" descr="crop_p013_1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6056" y="4687232"/>
            <a:ext cx="2339583" cy="135449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926055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13p 19번 / 중</a:t>
            </a:r>
          </a:p>
        </p:txBody>
      </p:sp>
      <p:pic>
        <p:nvPicPr>
          <p:cNvPr id="28" name="Picture 27" descr="crop_bbb010_15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0503" y="4608838"/>
            <a:ext cx="2339583" cy="151128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320503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10p 15번 / 중</a:t>
            </a:r>
          </a:p>
        </p:txBody>
      </p:sp>
      <p:pic>
        <p:nvPicPr>
          <p:cNvPr id="30" name="Picture 29" descr="crop_p013_2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8310" y="4575048"/>
            <a:ext cx="2192866" cy="157886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714951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13p 21번 / 중</a:t>
            </a:r>
          </a:p>
        </p:txBody>
      </p:sp>
    </p:spTree>
    <p:extLst>
      <p:ext uri="{BB962C8B-B14F-4D97-AF65-F5344CB8AC3E}">
        <p14:creationId xmlns:p14="http://schemas.microsoft.com/office/powerpoint/2010/main" val="307488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482586"/>
            <a:ext cx="11277295" cy="18928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0" dirty="0">
                <a:solidFill>
                  <a:srgbClr val="262626"/>
                </a:solidFill>
                <a:latin typeface="맑은 고딕"/>
              </a:rPr>
              <a:t>중</a:t>
            </a:r>
            <a:r>
              <a:rPr sz="2400" b="0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lang="en-US" sz="2400" b="0" dirty="0" smtClean="0">
                <a:solidFill>
                  <a:srgbClr val="262626"/>
                </a:solidFill>
                <a:latin typeface="맑은 고딕"/>
              </a:rPr>
              <a:t>-</a:t>
            </a:r>
            <a:r>
              <a:rPr sz="2400" b="0" dirty="0" smtClean="0">
                <a:solidFill>
                  <a:srgbClr val="262626"/>
                </a:solidFill>
                <a:latin typeface="맑은 고딕"/>
              </a:rPr>
              <a:t>2</a:t>
            </a:r>
            <a:endParaRPr sz="2400" b="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sz="2400" b="0" dirty="0">
                <a:solidFill>
                  <a:srgbClr val="262626"/>
                </a:solidFill>
                <a:latin typeface="맑은 고딕"/>
              </a:rPr>
              <a:t>Ⅰ. </a:t>
            </a:r>
            <a:r>
              <a:rPr sz="2400" b="0" dirty="0" err="1" smtClean="0">
                <a:solidFill>
                  <a:srgbClr val="262626"/>
                </a:solidFill>
                <a:latin typeface="맑은 고딕"/>
              </a:rPr>
              <a:t>삼각형의</a:t>
            </a:r>
            <a:r>
              <a:rPr sz="2400" b="0" dirty="0" smtClean="0">
                <a:solidFill>
                  <a:srgbClr val="262626"/>
                </a:solidFill>
                <a:latin typeface="맑은 고딕"/>
              </a:rPr>
              <a:t> </a:t>
            </a:r>
            <a:r>
              <a:rPr sz="2400" b="0" dirty="0" err="1" smtClean="0">
                <a:solidFill>
                  <a:srgbClr val="262626"/>
                </a:solidFill>
                <a:latin typeface="맑은 고딕"/>
              </a:rPr>
              <a:t>성질</a:t>
            </a:r>
            <a:endParaRPr lang="en-US" sz="24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200" dirty="0" smtClean="0">
                <a:solidFill>
                  <a:srgbClr val="262626"/>
                </a:solidFill>
                <a:latin typeface="맑은 고딕"/>
              </a:rPr>
              <a:t>1. </a:t>
            </a:r>
            <a:r>
              <a:rPr lang="ko-KR" altLang="en-US" sz="2200" dirty="0" smtClean="0">
                <a:solidFill>
                  <a:srgbClr val="262626"/>
                </a:solidFill>
                <a:latin typeface="맑은 고딕"/>
              </a:rPr>
              <a:t>삼각형의 성질</a:t>
            </a:r>
            <a:endParaRPr lang="en-US" altLang="ko-KR" sz="2200" dirty="0" smtClean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sz="2200" b="1" dirty="0" err="1" smtClean="0">
                <a:solidFill>
                  <a:srgbClr val="262626"/>
                </a:solidFill>
                <a:latin typeface="맑은 고딕"/>
              </a:rPr>
              <a:t>빈출유형</a:t>
            </a:r>
            <a:r>
              <a:rPr sz="2200" b="1" dirty="0" smtClean="0">
                <a:solidFill>
                  <a:srgbClr val="262626"/>
                </a:solidFill>
                <a:latin typeface="맑은 고딕"/>
              </a:rPr>
              <a:t> </a:t>
            </a:r>
            <a:r>
              <a:rPr lang="en-US" sz="2200" b="1" dirty="0">
                <a:solidFill>
                  <a:srgbClr val="262626"/>
                </a:solidFill>
                <a:latin typeface="맑은 고딕"/>
              </a:rPr>
              <a:t>2</a:t>
            </a:r>
            <a:r>
              <a:rPr sz="2200" b="1" dirty="0" smtClean="0">
                <a:solidFill>
                  <a:srgbClr val="262626"/>
                </a:solidFill>
                <a:latin typeface="맑은 고딕"/>
              </a:rPr>
              <a:t>세트</a:t>
            </a:r>
            <a:endParaRPr sz="2200" b="1" dirty="0">
              <a:solidFill>
                <a:srgbClr val="262626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423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p01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81" y="137160"/>
            <a:ext cx="979140" cy="1578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14p 1번 / 하</a:t>
            </a:r>
          </a:p>
        </p:txBody>
      </p:sp>
      <p:pic>
        <p:nvPicPr>
          <p:cNvPr id="4" name="Picture 3" descr="crop_bbb011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608" y="287203"/>
            <a:ext cx="2339583" cy="12787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31607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11p 3번 / 하</a:t>
            </a:r>
          </a:p>
        </p:txBody>
      </p:sp>
      <p:pic>
        <p:nvPicPr>
          <p:cNvPr id="6" name="Picture 5" descr="crop_p016_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319" y="137160"/>
            <a:ext cx="2339057" cy="15788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26055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16p 12번 / 하</a:t>
            </a:r>
          </a:p>
        </p:txBody>
      </p:sp>
      <p:pic>
        <p:nvPicPr>
          <p:cNvPr id="8" name="Picture 7" descr="crop_p014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503" y="170950"/>
            <a:ext cx="2339583" cy="151128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20503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14p 4번 / 상</a:t>
            </a:r>
          </a:p>
        </p:txBody>
      </p:sp>
      <p:pic>
        <p:nvPicPr>
          <p:cNvPr id="10" name="Picture 9" descr="crop_bbb011_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951" y="374392"/>
            <a:ext cx="2339583" cy="110439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4951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11p 5번 / 중</a:t>
            </a:r>
          </a:p>
        </p:txBody>
      </p:sp>
      <p:pic>
        <p:nvPicPr>
          <p:cNvPr id="12" name="Picture 11" descr="crop_p015_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2575262"/>
            <a:ext cx="2339583" cy="11405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37160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 dirty="0" err="1">
                <a:solidFill>
                  <a:srgbClr val="262626"/>
                </a:solidFill>
                <a:latin typeface="맑은 고딕"/>
              </a:rPr>
              <a:t>내신콘서트</a:t>
            </a:r>
            <a:endParaRPr sz="1200" dirty="0">
              <a:solidFill>
                <a:srgbClr val="262626"/>
              </a:solidFill>
              <a:latin typeface="맑은 고딕"/>
            </a:endParaRPr>
          </a:p>
          <a:p>
            <a:pPr algn="ctr"/>
            <a:r>
              <a:rPr sz="1200" dirty="0">
                <a:solidFill>
                  <a:srgbClr val="262626"/>
                </a:solidFill>
                <a:latin typeface="맑은 고딕"/>
              </a:rPr>
              <a:t>15p 7번 / </a:t>
            </a:r>
            <a:r>
              <a:rPr lang="ko-KR" altLang="en-US" sz="1200" dirty="0" smtClean="0">
                <a:solidFill>
                  <a:srgbClr val="262626"/>
                </a:solidFill>
                <a:latin typeface="맑은 고딕"/>
              </a:rPr>
              <a:t>중</a:t>
            </a:r>
            <a:endParaRPr sz="1200" dirty="0">
              <a:solidFill>
                <a:srgbClr val="262626"/>
              </a:solidFill>
              <a:latin typeface="맑은 고딕"/>
            </a:endParaRPr>
          </a:p>
        </p:txBody>
      </p:sp>
      <p:pic>
        <p:nvPicPr>
          <p:cNvPr id="14" name="Picture 13" descr="crop_bbb012_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608" y="2522570"/>
            <a:ext cx="2339583" cy="124593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531607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12p 8번 / 중</a:t>
            </a:r>
          </a:p>
        </p:txBody>
      </p:sp>
      <p:pic>
        <p:nvPicPr>
          <p:cNvPr id="16" name="Picture 15" descr="crop_bbb009_0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0766" y="2356104"/>
            <a:ext cx="1490163" cy="157886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926055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9p 9번 / 하</a:t>
            </a:r>
          </a:p>
        </p:txBody>
      </p:sp>
      <p:pic>
        <p:nvPicPr>
          <p:cNvPr id="18" name="Picture 17" descr="crop_p016_1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0503" y="2506147"/>
            <a:ext cx="2339583" cy="127877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20503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16p 14번 / 중</a:t>
            </a:r>
          </a:p>
        </p:txBody>
      </p:sp>
      <p:pic>
        <p:nvPicPr>
          <p:cNvPr id="20" name="Picture 19" descr="crop_p014_0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4951" y="2433489"/>
            <a:ext cx="2339583" cy="142409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714951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14p 3번 / 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17p 17번 / 중</a:t>
            </a:r>
          </a:p>
        </p:txBody>
      </p:sp>
      <p:pic>
        <p:nvPicPr>
          <p:cNvPr id="24" name="Picture 23" descr="crop_p017_1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1608" y="4691850"/>
            <a:ext cx="2339583" cy="13452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31607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17p 18번 / 중</a:t>
            </a:r>
          </a:p>
        </p:txBody>
      </p:sp>
      <p:pic>
        <p:nvPicPr>
          <p:cNvPr id="26" name="Picture 25" descr="crop_bbb013_1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6056" y="4797749"/>
            <a:ext cx="2339583" cy="113346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926055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13p 14번 / 중</a:t>
            </a:r>
          </a:p>
        </p:txBody>
      </p:sp>
      <p:pic>
        <p:nvPicPr>
          <p:cNvPr id="28" name="Picture 27" descr="crop_p017_2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37719" y="4575048"/>
            <a:ext cx="2105152" cy="157886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320503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17p 20번 / 중</a:t>
            </a:r>
          </a:p>
        </p:txBody>
      </p:sp>
      <p:pic>
        <p:nvPicPr>
          <p:cNvPr id="30" name="Picture 29" descr="crop_bbb013_1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4951" y="4783217"/>
            <a:ext cx="2339583" cy="116252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714951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13p 16번 / 중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7689" y="4582348"/>
            <a:ext cx="1264370" cy="15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6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390254"/>
            <a:ext cx="11277295" cy="207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2800" dirty="0">
                <a:solidFill>
                  <a:srgbClr val="262626"/>
                </a:solidFill>
                <a:latin typeface="맑은 고딕"/>
              </a:rPr>
              <a:t>중</a:t>
            </a: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2-2</a:t>
            </a:r>
            <a:endParaRPr lang="ko-KR" altLang="en-US" sz="28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Ⅰ. </a:t>
            </a:r>
            <a:r>
              <a:rPr lang="ko-KR" altLang="en-US" sz="2800" dirty="0">
                <a:solidFill>
                  <a:srgbClr val="262626"/>
                </a:solidFill>
                <a:latin typeface="맑은 고딕"/>
              </a:rPr>
              <a:t>삼각형의 성질</a:t>
            </a:r>
          </a:p>
          <a:p>
            <a:pPr algn="ctr">
              <a:spcAft>
                <a:spcPts val="1000"/>
              </a:spcAft>
            </a:pPr>
            <a:r>
              <a:rPr lang="en-US" altLang="ko-KR" sz="2400" dirty="0" smtClean="0">
                <a:solidFill>
                  <a:srgbClr val="262626"/>
                </a:solidFill>
                <a:latin typeface="맑은 고딕"/>
              </a:rPr>
              <a:t>2. </a:t>
            </a:r>
            <a:r>
              <a:rPr lang="ko-KR" altLang="en-US" sz="2400" dirty="0" smtClean="0">
                <a:solidFill>
                  <a:srgbClr val="262626"/>
                </a:solidFill>
                <a:latin typeface="맑은 고딕"/>
              </a:rPr>
              <a:t>삼각형의 외심과 내심</a:t>
            </a:r>
          </a:p>
          <a:p>
            <a:pPr algn="ctr">
              <a:spcAft>
                <a:spcPts val="1000"/>
              </a:spcAft>
            </a:pPr>
            <a:r>
              <a:rPr lang="ko-KR" altLang="en-US" sz="2400" b="1" dirty="0" err="1" smtClean="0">
                <a:solidFill>
                  <a:srgbClr val="262626"/>
                </a:solidFill>
                <a:latin typeface="맑은 고딕"/>
              </a:rPr>
              <a:t>빈출유형</a:t>
            </a:r>
            <a:r>
              <a:rPr lang="ko-KR" altLang="en-US" sz="2400" b="1" dirty="0" smtClean="0">
                <a:solidFill>
                  <a:srgbClr val="262626"/>
                </a:solidFill>
                <a:latin typeface="맑은 고딕"/>
              </a:rPr>
              <a:t> </a:t>
            </a:r>
            <a:r>
              <a:rPr lang="en-US" altLang="ko-KR" sz="2400" b="1" dirty="0" smtClean="0">
                <a:solidFill>
                  <a:srgbClr val="262626"/>
                </a:solidFill>
                <a:latin typeface="맑은 고딕"/>
              </a:rPr>
              <a:t>1</a:t>
            </a:r>
            <a:r>
              <a:rPr lang="ko-KR" altLang="en-US" sz="2400" b="1" dirty="0" smtClean="0">
                <a:solidFill>
                  <a:srgbClr val="262626"/>
                </a:solidFill>
                <a:latin typeface="맑은 고딕"/>
              </a:rPr>
              <a:t>세트</a:t>
            </a:r>
            <a:endParaRPr lang="ko-KR" altLang="en-US" sz="2400" b="1" dirty="0">
              <a:solidFill>
                <a:srgbClr val="262626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4209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p040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10094"/>
            <a:ext cx="2339583" cy="14329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40p 1번 / 하</a:t>
            </a:r>
          </a:p>
        </p:txBody>
      </p:sp>
      <p:pic>
        <p:nvPicPr>
          <p:cNvPr id="4" name="Picture 3" descr="crop_p040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608" y="166600"/>
            <a:ext cx="2339583" cy="15199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31607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40p 3번 / 중</a:t>
            </a:r>
          </a:p>
        </p:txBody>
      </p:sp>
      <p:pic>
        <p:nvPicPr>
          <p:cNvPr id="6" name="Picture 5" descr="crop_bbb034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56" y="260165"/>
            <a:ext cx="2339583" cy="13328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26055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34p 5번 / 중</a:t>
            </a:r>
          </a:p>
        </p:txBody>
      </p:sp>
      <p:pic>
        <p:nvPicPr>
          <p:cNvPr id="8" name="Picture 7" descr="crop_p041_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503" y="370941"/>
            <a:ext cx="2339583" cy="11113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20503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41p 7번 / 중</a:t>
            </a:r>
          </a:p>
        </p:txBody>
      </p:sp>
      <p:pic>
        <p:nvPicPr>
          <p:cNvPr id="10" name="Picture 9" descr="crop_bbb034_0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951" y="373599"/>
            <a:ext cx="2339583" cy="110598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4951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34p 6번 / 상</a:t>
            </a:r>
          </a:p>
        </p:txBody>
      </p:sp>
      <p:pic>
        <p:nvPicPr>
          <p:cNvPr id="12" name="Picture 11" descr="crop_p041_0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2548864"/>
            <a:ext cx="2339583" cy="11933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37160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41p 9번 / 상</a:t>
            </a:r>
          </a:p>
        </p:txBody>
      </p:sp>
      <p:pic>
        <p:nvPicPr>
          <p:cNvPr id="14" name="Picture 13" descr="crop_bbb035_0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608" y="2365675"/>
            <a:ext cx="2339583" cy="155972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531607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35p 9번 / 하</a:t>
            </a:r>
          </a:p>
        </p:txBody>
      </p:sp>
      <p:pic>
        <p:nvPicPr>
          <p:cNvPr id="16" name="Picture 15" descr="crop_p042_1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6056" y="2502150"/>
            <a:ext cx="2339583" cy="12867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926055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42p 13번 / 상</a:t>
            </a:r>
          </a:p>
        </p:txBody>
      </p:sp>
      <p:pic>
        <p:nvPicPr>
          <p:cNvPr id="18" name="Picture 17" descr="crop_bbb035_1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0503" y="2504758"/>
            <a:ext cx="2339583" cy="128155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20503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35p 12번 / 상</a:t>
            </a:r>
          </a:p>
        </p:txBody>
      </p:sp>
      <p:pic>
        <p:nvPicPr>
          <p:cNvPr id="20" name="Picture 19" descr="crop_p042_1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4951" y="2370642"/>
            <a:ext cx="2339583" cy="154978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714951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42p 16번 / 중</a:t>
            </a:r>
          </a:p>
        </p:txBody>
      </p:sp>
      <p:pic>
        <p:nvPicPr>
          <p:cNvPr id="22" name="Picture 21" descr="crop_bbb036_1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" y="4680112"/>
            <a:ext cx="2339583" cy="136873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37160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36p 15번 / 중</a:t>
            </a:r>
          </a:p>
        </p:txBody>
      </p:sp>
      <p:pic>
        <p:nvPicPr>
          <p:cNvPr id="24" name="Picture 23" descr="crop_p043_1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1608" y="4823451"/>
            <a:ext cx="2339583" cy="1082057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31607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43p 19번 / 중</a:t>
            </a:r>
          </a:p>
        </p:txBody>
      </p:sp>
      <p:pic>
        <p:nvPicPr>
          <p:cNvPr id="26" name="Picture 25" descr="crop_bbb036_1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6056" y="4753506"/>
            <a:ext cx="2339583" cy="122194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926055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36p 17번 / 상</a:t>
            </a:r>
          </a:p>
        </p:txBody>
      </p:sp>
      <p:pic>
        <p:nvPicPr>
          <p:cNvPr id="28" name="Picture 27" descr="crop_p043_2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0068" y="4575048"/>
            <a:ext cx="2100453" cy="157886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320503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43p 21번 / 상</a:t>
            </a:r>
          </a:p>
        </p:txBody>
      </p:sp>
      <p:pic>
        <p:nvPicPr>
          <p:cNvPr id="30" name="Picture 29" descr="crop_p043_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4951" y="4642192"/>
            <a:ext cx="2339583" cy="14445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714951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43p 22번 / 상</a:t>
            </a:r>
          </a:p>
        </p:txBody>
      </p:sp>
    </p:spTree>
    <p:extLst>
      <p:ext uri="{BB962C8B-B14F-4D97-AF65-F5344CB8AC3E}">
        <p14:creationId xmlns:p14="http://schemas.microsoft.com/office/powerpoint/2010/main" val="375584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390254"/>
            <a:ext cx="11277295" cy="20774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lang="ko-KR" altLang="en-US" sz="2800" dirty="0">
                <a:solidFill>
                  <a:srgbClr val="262626"/>
                </a:solidFill>
                <a:latin typeface="맑은 고딕"/>
              </a:rPr>
              <a:t>중</a:t>
            </a: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2-2</a:t>
            </a:r>
            <a:endParaRPr lang="ko-KR" altLang="en-US" sz="2800" dirty="0">
              <a:solidFill>
                <a:srgbClr val="262626"/>
              </a:solidFill>
              <a:latin typeface="맑은 고딕"/>
            </a:endParaRPr>
          </a:p>
          <a:p>
            <a:pPr algn="ctr">
              <a:spcAft>
                <a:spcPts val="1000"/>
              </a:spcAft>
            </a:pPr>
            <a:r>
              <a:rPr lang="en-US" altLang="ko-KR" sz="2800" dirty="0">
                <a:solidFill>
                  <a:srgbClr val="262626"/>
                </a:solidFill>
                <a:latin typeface="맑은 고딕"/>
              </a:rPr>
              <a:t>Ⅰ. </a:t>
            </a:r>
            <a:r>
              <a:rPr lang="ko-KR" altLang="en-US" sz="2800" dirty="0">
                <a:solidFill>
                  <a:srgbClr val="262626"/>
                </a:solidFill>
                <a:latin typeface="맑은 고딕"/>
              </a:rPr>
              <a:t>삼각형의 성질</a:t>
            </a:r>
          </a:p>
          <a:p>
            <a:pPr algn="ctr">
              <a:spcAft>
                <a:spcPts val="1000"/>
              </a:spcAft>
            </a:pPr>
            <a:r>
              <a:rPr lang="en-US" altLang="ko-KR" sz="2400" dirty="0">
                <a:solidFill>
                  <a:srgbClr val="262626"/>
                </a:solidFill>
                <a:latin typeface="맑은 고딕"/>
              </a:rPr>
              <a:t>2. </a:t>
            </a:r>
            <a:r>
              <a:rPr lang="ko-KR" altLang="en-US" sz="2400" dirty="0">
                <a:solidFill>
                  <a:srgbClr val="262626"/>
                </a:solidFill>
                <a:latin typeface="맑은 고딕"/>
              </a:rPr>
              <a:t>삼각형의 외심과 내심</a:t>
            </a:r>
          </a:p>
          <a:p>
            <a:pPr algn="ctr">
              <a:spcAft>
                <a:spcPts val="1000"/>
              </a:spcAft>
            </a:pPr>
            <a:r>
              <a:rPr lang="ko-KR" altLang="en-US" sz="2400" b="1" dirty="0" err="1">
                <a:solidFill>
                  <a:srgbClr val="262626"/>
                </a:solidFill>
                <a:latin typeface="맑은 고딕"/>
              </a:rPr>
              <a:t>빈출유형</a:t>
            </a:r>
            <a:r>
              <a:rPr lang="ko-KR" altLang="en-US" sz="2400" b="1" dirty="0">
                <a:solidFill>
                  <a:srgbClr val="262626"/>
                </a:solidFill>
                <a:latin typeface="맑은 고딕"/>
              </a:rPr>
              <a:t> </a:t>
            </a:r>
            <a:r>
              <a:rPr lang="en-US" altLang="ko-KR" sz="2400" b="1" dirty="0" smtClean="0">
                <a:solidFill>
                  <a:srgbClr val="262626"/>
                </a:solidFill>
                <a:latin typeface="맑은 고딕"/>
              </a:rPr>
              <a:t>2</a:t>
            </a:r>
            <a:r>
              <a:rPr lang="ko-KR" altLang="en-US" sz="2400" b="1" dirty="0" smtClean="0">
                <a:solidFill>
                  <a:srgbClr val="262626"/>
                </a:solidFill>
                <a:latin typeface="맑은 고딕"/>
              </a:rPr>
              <a:t>세트</a:t>
            </a:r>
            <a:endParaRPr lang="ko-KR" altLang="en-US" sz="2400" b="1" dirty="0">
              <a:solidFill>
                <a:srgbClr val="262626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47765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bbb03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10393"/>
            <a:ext cx="2339583" cy="143239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34p 1번 / 하</a:t>
            </a:r>
          </a:p>
        </p:txBody>
      </p:sp>
      <p:pic>
        <p:nvPicPr>
          <p:cNvPr id="4" name="Picture 3" descr="crop_p044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608" y="256011"/>
            <a:ext cx="2339583" cy="13411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31607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44p 3번 / 중</a:t>
            </a:r>
          </a:p>
        </p:txBody>
      </p:sp>
      <p:pic>
        <p:nvPicPr>
          <p:cNvPr id="6" name="Picture 5" descr="crop_p044_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056" y="360323"/>
            <a:ext cx="2339583" cy="11325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26055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44p 5번 / 중</a:t>
            </a:r>
          </a:p>
        </p:txBody>
      </p:sp>
      <p:pic>
        <p:nvPicPr>
          <p:cNvPr id="8" name="Picture 7" descr="crop_bbb034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503" y="345241"/>
            <a:ext cx="2339583" cy="11627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20503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34p 4번 / 중</a:t>
            </a:r>
          </a:p>
        </p:txBody>
      </p:sp>
      <p:pic>
        <p:nvPicPr>
          <p:cNvPr id="10" name="Picture 9" descr="crop_p045_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951" y="327074"/>
            <a:ext cx="2339583" cy="11990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714951" y="1716024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45p 8번 / 상</a:t>
            </a:r>
          </a:p>
        </p:txBody>
      </p:sp>
      <p:pic>
        <p:nvPicPr>
          <p:cNvPr id="12" name="Picture 11" descr="crop_bbb035_0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" y="2429337"/>
            <a:ext cx="2339583" cy="143239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37160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35p 7번 / 상</a:t>
            </a:r>
          </a:p>
        </p:txBody>
      </p:sp>
      <p:pic>
        <p:nvPicPr>
          <p:cNvPr id="14" name="Picture 13" descr="crop_p045_1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608" y="2454652"/>
            <a:ext cx="2339583" cy="138176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531607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45p 11번 / 하</a:t>
            </a:r>
          </a:p>
        </p:txBody>
      </p:sp>
      <p:pic>
        <p:nvPicPr>
          <p:cNvPr id="16" name="Picture 15" descr="crop_bbb035_1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6056" y="2534562"/>
            <a:ext cx="2339583" cy="122194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926055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35p 11번 / 상</a:t>
            </a:r>
          </a:p>
        </p:txBody>
      </p:sp>
      <p:pic>
        <p:nvPicPr>
          <p:cNvPr id="18" name="Picture 17" descr="crop_p046_1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0503" y="2533162"/>
            <a:ext cx="2339583" cy="122474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7320503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46p 14번 / 상</a:t>
            </a:r>
          </a:p>
        </p:txBody>
      </p:sp>
      <p:pic>
        <p:nvPicPr>
          <p:cNvPr id="20" name="Picture 19" descr="crop_bbb036_1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9965" y="2356104"/>
            <a:ext cx="2189556" cy="157886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714951" y="3934968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36p 14번 / 중</a:t>
            </a:r>
          </a:p>
        </p:txBody>
      </p:sp>
      <p:pic>
        <p:nvPicPr>
          <p:cNvPr id="22" name="Picture 21" descr="crop_p047_18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160" y="4647982"/>
            <a:ext cx="2339583" cy="143299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37160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47p 18번 / 중</a:t>
            </a:r>
          </a:p>
        </p:txBody>
      </p:sp>
      <p:pic>
        <p:nvPicPr>
          <p:cNvPr id="24" name="Picture 23" descr="crop_bbb036_1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1608" y="4768408"/>
            <a:ext cx="2339583" cy="119214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2531607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36p 16번 / 중</a:t>
            </a:r>
          </a:p>
        </p:txBody>
      </p:sp>
      <p:pic>
        <p:nvPicPr>
          <p:cNvPr id="26" name="Picture 25" descr="crop_p047_20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6056" y="4752106"/>
            <a:ext cx="2339583" cy="1224748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926055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47p 20번 / 상</a:t>
            </a:r>
          </a:p>
        </p:txBody>
      </p:sp>
      <p:pic>
        <p:nvPicPr>
          <p:cNvPr id="28" name="Picture 27" descr="crop_bbb036_1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20503" y="4619390"/>
            <a:ext cx="2339583" cy="149018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320503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백발백중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36p 18번 / 상</a:t>
            </a:r>
          </a:p>
        </p:txBody>
      </p:sp>
      <p:pic>
        <p:nvPicPr>
          <p:cNvPr id="30" name="Picture 29" descr="crop_p047_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4951" y="4642192"/>
            <a:ext cx="2339583" cy="14445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714951" y="6153912"/>
            <a:ext cx="2339583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0" rIns="25400" bIns="0" rtlCol="0" anchor="ctr"/>
          <a:lstStyle/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내신콘서트</a:t>
            </a:r>
          </a:p>
          <a:p>
            <a:pPr algn="ctr"/>
            <a:r>
              <a:rPr sz="1200">
                <a:solidFill>
                  <a:srgbClr val="262626"/>
                </a:solidFill>
                <a:latin typeface="맑은 고딕"/>
              </a:rPr>
              <a:t>47p 22번 / 상</a:t>
            </a:r>
          </a:p>
        </p:txBody>
      </p:sp>
    </p:spTree>
    <p:extLst>
      <p:ext uri="{BB962C8B-B14F-4D97-AF65-F5344CB8AC3E}">
        <p14:creationId xmlns:p14="http://schemas.microsoft.com/office/powerpoint/2010/main" val="248811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418</Words>
  <Application>Microsoft Office PowerPoint</Application>
  <PresentationFormat>와이드스크린</PresentationFormat>
  <Paragraphs>136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하지은</cp:lastModifiedBy>
  <cp:revision>9</cp:revision>
  <dcterms:created xsi:type="dcterms:W3CDTF">2013-01-27T09:14:16Z</dcterms:created>
  <dcterms:modified xsi:type="dcterms:W3CDTF">2026-07-09T05:39:07Z</dcterms:modified>
  <cp:category/>
</cp:coreProperties>
</file>