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4" r:id="rId2"/>
    <p:sldId id="265" r:id="rId3"/>
    <p:sldId id="266" r:id="rId4"/>
    <p:sldId id="267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4" d="100"/>
          <a:sy n="154" d="100"/>
        </p:scale>
        <p:origin x="53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6.png"/><Relationship Id="rId16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5" Type="http://schemas.openxmlformats.org/officeDocument/2006/relationships/image" Target="../media/image2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194560"/>
            <a:ext cx="12191695" cy="2468880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482586"/>
            <a:ext cx="11277295" cy="2077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ko-KR" altLang="en-US" sz="2800" dirty="0" smtClean="0">
                <a:solidFill>
                  <a:srgbClr val="262626"/>
                </a:solidFill>
                <a:latin typeface="맑은 고딕"/>
              </a:rPr>
              <a:t>중</a:t>
            </a:r>
            <a:r>
              <a:rPr lang="en-US" altLang="ko-KR" sz="2800" dirty="0">
                <a:solidFill>
                  <a:srgbClr val="262626"/>
                </a:solidFill>
                <a:latin typeface="맑은 고딕"/>
              </a:rPr>
              <a:t>2</a:t>
            </a:r>
            <a:r>
              <a:rPr lang="en-US" altLang="ko-KR" sz="2800" dirty="0" smtClean="0">
                <a:solidFill>
                  <a:srgbClr val="262626"/>
                </a:solidFill>
                <a:latin typeface="맑은 고딕"/>
              </a:rPr>
              <a:t>-2</a:t>
            </a:r>
            <a:endParaRPr lang="ko-KR" altLang="en-US" sz="2800" dirty="0">
              <a:solidFill>
                <a:srgbClr val="262626"/>
              </a:solidFill>
              <a:latin typeface="맑은 고딕"/>
            </a:endParaRPr>
          </a:p>
          <a:p>
            <a:pPr algn="ctr">
              <a:spcAft>
                <a:spcPts val="1000"/>
              </a:spcAft>
            </a:pPr>
            <a:r>
              <a:rPr lang="en-US" altLang="ko-KR" sz="2800" dirty="0">
                <a:solidFill>
                  <a:srgbClr val="262626"/>
                </a:solidFill>
                <a:latin typeface="맑은 고딕"/>
              </a:rPr>
              <a:t>Ⅲ</a:t>
            </a:r>
            <a:r>
              <a:rPr lang="en-US" altLang="ko-KR" sz="2800" dirty="0" smtClean="0">
                <a:solidFill>
                  <a:srgbClr val="262626"/>
                </a:solidFill>
                <a:latin typeface="맑은 고딕"/>
              </a:rPr>
              <a:t>. </a:t>
            </a:r>
            <a:r>
              <a:rPr lang="ko-KR" altLang="en-US" sz="2800" dirty="0" smtClean="0">
                <a:solidFill>
                  <a:srgbClr val="262626"/>
                </a:solidFill>
                <a:latin typeface="맑은 고딕"/>
              </a:rPr>
              <a:t>도형의 닮음과 피타고라스 정리</a:t>
            </a:r>
            <a:endParaRPr lang="ko-KR" altLang="en-US" sz="2800" dirty="0">
              <a:solidFill>
                <a:srgbClr val="262626"/>
              </a:solidFill>
              <a:latin typeface="맑은 고딕"/>
            </a:endParaRPr>
          </a:p>
          <a:p>
            <a:pPr algn="ctr">
              <a:spcAft>
                <a:spcPts val="1000"/>
              </a:spcAft>
            </a:pPr>
            <a:r>
              <a:rPr lang="en-US" altLang="ko-KR" sz="2400" dirty="0">
                <a:solidFill>
                  <a:srgbClr val="262626"/>
                </a:solidFill>
                <a:latin typeface="맑은 고딕"/>
              </a:rPr>
              <a:t>1. </a:t>
            </a:r>
            <a:r>
              <a:rPr lang="ko-KR" altLang="en-US" sz="2400" dirty="0" smtClean="0">
                <a:solidFill>
                  <a:srgbClr val="262626"/>
                </a:solidFill>
                <a:latin typeface="맑은 고딕"/>
              </a:rPr>
              <a:t>도형의 닮음</a:t>
            </a:r>
            <a:endParaRPr lang="ko-KR" altLang="en-US" sz="2400" dirty="0">
              <a:solidFill>
                <a:srgbClr val="262626"/>
              </a:solidFill>
              <a:latin typeface="맑은 고딕"/>
            </a:endParaRPr>
          </a:p>
          <a:p>
            <a:pPr algn="ctr">
              <a:spcAft>
                <a:spcPts val="1000"/>
              </a:spcAft>
            </a:pPr>
            <a:r>
              <a:rPr lang="ko-KR" altLang="en-US" sz="2400" b="1" dirty="0" err="1">
                <a:solidFill>
                  <a:srgbClr val="262626"/>
                </a:solidFill>
                <a:latin typeface="맑은 고딕"/>
              </a:rPr>
              <a:t>빈출유형</a:t>
            </a:r>
            <a:r>
              <a:rPr lang="ko-KR" altLang="en-US" sz="2400" b="1" dirty="0">
                <a:solidFill>
                  <a:srgbClr val="262626"/>
                </a:solidFill>
                <a:latin typeface="맑은 고딕"/>
              </a:rPr>
              <a:t> </a:t>
            </a:r>
            <a:r>
              <a:rPr lang="en-US" altLang="ko-KR" sz="2400" b="1" dirty="0">
                <a:solidFill>
                  <a:srgbClr val="262626"/>
                </a:solidFill>
                <a:latin typeface="맑은 고딕"/>
              </a:rPr>
              <a:t>1</a:t>
            </a:r>
            <a:r>
              <a:rPr lang="ko-KR" altLang="en-US" sz="2400" b="1" dirty="0">
                <a:solidFill>
                  <a:srgbClr val="262626"/>
                </a:solidFill>
                <a:latin typeface="맑은 고딕"/>
              </a:rPr>
              <a:t>세트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37160" y="1716024"/>
            <a:ext cx="2339583" cy="5669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lang="ko-KR" altLang="en-US" sz="1200" dirty="0" err="1" smtClean="0">
                <a:solidFill>
                  <a:srgbClr val="262626"/>
                </a:solidFill>
                <a:latin typeface="맑은 고딕"/>
              </a:rPr>
              <a:t>내신콘서트</a:t>
            </a:r>
            <a:endParaRPr sz="1200" dirty="0">
              <a:solidFill>
                <a:srgbClr val="262626"/>
              </a:solidFill>
              <a:latin typeface="맑은 고딕"/>
            </a:endParaRPr>
          </a:p>
          <a:p>
            <a:pPr algn="ctr"/>
            <a:r>
              <a:rPr sz="1200" dirty="0" smtClean="0">
                <a:solidFill>
                  <a:srgbClr val="262626"/>
                </a:solidFill>
                <a:latin typeface="맑은 고딕"/>
              </a:rPr>
              <a:t>1</a:t>
            </a:r>
            <a:r>
              <a:rPr lang="en-US" sz="1200" dirty="0" smtClean="0">
                <a:solidFill>
                  <a:srgbClr val="262626"/>
                </a:solidFill>
                <a:latin typeface="맑은 고딕"/>
              </a:rPr>
              <a:t>24</a:t>
            </a:r>
            <a:r>
              <a:rPr sz="1200" dirty="0" smtClean="0">
                <a:solidFill>
                  <a:srgbClr val="262626"/>
                </a:solidFill>
                <a:latin typeface="맑은 고딕"/>
              </a:rPr>
              <a:t>p </a:t>
            </a:r>
            <a:r>
              <a:rPr sz="1200" dirty="0">
                <a:solidFill>
                  <a:srgbClr val="262626"/>
                </a:solidFill>
                <a:latin typeface="맑은 고딕"/>
              </a:rPr>
              <a:t>1번 / 하</a:t>
            </a:r>
          </a:p>
        </p:txBody>
      </p:sp>
      <p:sp>
        <p:nvSpPr>
          <p:cNvPr id="5" name="Rectangle 4"/>
          <p:cNvSpPr/>
          <p:nvPr/>
        </p:nvSpPr>
        <p:spPr>
          <a:xfrm>
            <a:off x="2531607" y="1716024"/>
            <a:ext cx="2339583" cy="5669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lang="ko-KR" altLang="en-US" sz="1200" dirty="0" smtClean="0">
                <a:solidFill>
                  <a:srgbClr val="262626"/>
                </a:solidFill>
                <a:latin typeface="맑은 고딕"/>
              </a:rPr>
              <a:t>백발백중</a:t>
            </a:r>
            <a:endParaRPr sz="1200" dirty="0">
              <a:solidFill>
                <a:srgbClr val="262626"/>
              </a:solidFill>
              <a:latin typeface="맑은 고딕"/>
            </a:endParaRPr>
          </a:p>
          <a:p>
            <a:pPr algn="ctr"/>
            <a:r>
              <a:rPr sz="1200" dirty="0" smtClean="0">
                <a:solidFill>
                  <a:srgbClr val="262626"/>
                </a:solidFill>
                <a:latin typeface="맑은 고딕"/>
              </a:rPr>
              <a:t>1</a:t>
            </a:r>
            <a:r>
              <a:rPr lang="en-US" sz="1200" dirty="0" smtClean="0">
                <a:solidFill>
                  <a:srgbClr val="262626"/>
                </a:solidFill>
                <a:latin typeface="맑은 고딕"/>
              </a:rPr>
              <a:t>04</a:t>
            </a:r>
            <a:r>
              <a:rPr sz="1200" dirty="0" smtClean="0">
                <a:solidFill>
                  <a:srgbClr val="262626"/>
                </a:solidFill>
                <a:latin typeface="맑은 고딕"/>
              </a:rPr>
              <a:t>p </a:t>
            </a:r>
            <a:r>
              <a:rPr sz="1200" dirty="0">
                <a:solidFill>
                  <a:srgbClr val="262626"/>
                </a:solidFill>
                <a:latin typeface="맑은 고딕"/>
              </a:rPr>
              <a:t>3번 / 하</a:t>
            </a:r>
          </a:p>
        </p:txBody>
      </p:sp>
      <p:sp>
        <p:nvSpPr>
          <p:cNvPr id="7" name="Rectangle 6"/>
          <p:cNvSpPr/>
          <p:nvPr/>
        </p:nvSpPr>
        <p:spPr>
          <a:xfrm>
            <a:off x="4926055" y="1716024"/>
            <a:ext cx="2339583" cy="5669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sz="1200" dirty="0" err="1">
                <a:solidFill>
                  <a:srgbClr val="262626"/>
                </a:solidFill>
                <a:latin typeface="맑은 고딕"/>
              </a:rPr>
              <a:t>내신콘서트</a:t>
            </a:r>
            <a:endParaRPr sz="1200" dirty="0">
              <a:solidFill>
                <a:srgbClr val="262626"/>
              </a:solidFill>
              <a:latin typeface="맑은 고딕"/>
            </a:endParaRPr>
          </a:p>
          <a:p>
            <a:pPr algn="ctr"/>
            <a:r>
              <a:rPr sz="1200" dirty="0">
                <a:solidFill>
                  <a:srgbClr val="262626"/>
                </a:solidFill>
                <a:latin typeface="맑은 고딕"/>
              </a:rPr>
              <a:t>124p 4번 / 중</a:t>
            </a:r>
          </a:p>
        </p:txBody>
      </p:sp>
      <p:sp>
        <p:nvSpPr>
          <p:cNvPr id="9" name="Rectangle 8"/>
          <p:cNvSpPr/>
          <p:nvPr/>
        </p:nvSpPr>
        <p:spPr>
          <a:xfrm>
            <a:off x="7320503" y="1716024"/>
            <a:ext cx="2339583" cy="5669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sz="1200" dirty="0" err="1">
                <a:solidFill>
                  <a:srgbClr val="262626"/>
                </a:solidFill>
                <a:latin typeface="맑은 고딕"/>
              </a:rPr>
              <a:t>백발백중</a:t>
            </a:r>
            <a:endParaRPr sz="1200" dirty="0">
              <a:solidFill>
                <a:srgbClr val="262626"/>
              </a:solidFill>
              <a:latin typeface="맑은 고딕"/>
            </a:endParaRPr>
          </a:p>
          <a:p>
            <a:pPr algn="ctr"/>
            <a:r>
              <a:rPr sz="1200" dirty="0" smtClean="0">
                <a:solidFill>
                  <a:srgbClr val="262626"/>
                </a:solidFill>
                <a:latin typeface="맑은 고딕"/>
              </a:rPr>
              <a:t>10</a:t>
            </a:r>
            <a:r>
              <a:rPr lang="en-US" sz="1200" dirty="0" smtClean="0">
                <a:solidFill>
                  <a:srgbClr val="262626"/>
                </a:solidFill>
                <a:latin typeface="맑은 고딕"/>
              </a:rPr>
              <a:t>4</a:t>
            </a:r>
            <a:r>
              <a:rPr sz="1200" dirty="0" smtClean="0">
                <a:solidFill>
                  <a:srgbClr val="262626"/>
                </a:solidFill>
                <a:latin typeface="맑은 고딕"/>
              </a:rPr>
              <a:t>p </a:t>
            </a:r>
            <a:r>
              <a:rPr lang="en-US" sz="1200" dirty="0">
                <a:solidFill>
                  <a:srgbClr val="262626"/>
                </a:solidFill>
                <a:latin typeface="맑은 고딕"/>
              </a:rPr>
              <a:t>5</a:t>
            </a:r>
            <a:r>
              <a:rPr sz="1200" dirty="0" smtClean="0">
                <a:solidFill>
                  <a:srgbClr val="262626"/>
                </a:solidFill>
                <a:latin typeface="맑은 고딕"/>
              </a:rPr>
              <a:t>번 </a:t>
            </a:r>
            <a:r>
              <a:rPr sz="1200" dirty="0">
                <a:solidFill>
                  <a:srgbClr val="262626"/>
                </a:solidFill>
                <a:latin typeface="맑은 고딕"/>
              </a:rPr>
              <a:t>/ 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714951" y="1716024"/>
            <a:ext cx="2339583" cy="5669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sz="1200" dirty="0" err="1">
                <a:solidFill>
                  <a:srgbClr val="262626"/>
                </a:solidFill>
                <a:latin typeface="맑은 고딕"/>
              </a:rPr>
              <a:t>내신콘서트</a:t>
            </a:r>
            <a:endParaRPr sz="1200" dirty="0">
              <a:solidFill>
                <a:srgbClr val="262626"/>
              </a:solidFill>
              <a:latin typeface="맑은 고딕"/>
            </a:endParaRPr>
          </a:p>
          <a:p>
            <a:pPr algn="ctr"/>
            <a:r>
              <a:rPr sz="1200" dirty="0">
                <a:solidFill>
                  <a:srgbClr val="262626"/>
                </a:solidFill>
                <a:latin typeface="맑은 고딕"/>
              </a:rPr>
              <a:t>125p </a:t>
            </a:r>
            <a:r>
              <a:rPr lang="en-US" sz="1200" dirty="0">
                <a:solidFill>
                  <a:srgbClr val="262626"/>
                </a:solidFill>
                <a:latin typeface="맑은 고딕"/>
              </a:rPr>
              <a:t>9</a:t>
            </a:r>
            <a:r>
              <a:rPr sz="1200" dirty="0" smtClean="0">
                <a:solidFill>
                  <a:srgbClr val="262626"/>
                </a:solidFill>
                <a:latin typeface="맑은 고딕"/>
              </a:rPr>
              <a:t>번 </a:t>
            </a:r>
            <a:r>
              <a:rPr sz="1200" dirty="0">
                <a:solidFill>
                  <a:srgbClr val="262626"/>
                </a:solidFill>
                <a:latin typeface="맑은 고딕"/>
              </a:rPr>
              <a:t>/ 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" y="3934968"/>
            <a:ext cx="2339583" cy="5669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sz="1200" dirty="0" err="1">
                <a:solidFill>
                  <a:srgbClr val="262626"/>
                </a:solidFill>
                <a:latin typeface="맑은 고딕"/>
              </a:rPr>
              <a:t>백발백중</a:t>
            </a:r>
            <a:endParaRPr sz="1200" dirty="0">
              <a:solidFill>
                <a:srgbClr val="262626"/>
              </a:solidFill>
              <a:latin typeface="맑은 고딕"/>
            </a:endParaRPr>
          </a:p>
          <a:p>
            <a:pPr algn="ctr"/>
            <a:r>
              <a:rPr sz="1200" dirty="0">
                <a:solidFill>
                  <a:srgbClr val="262626"/>
                </a:solidFill>
                <a:latin typeface="맑은 고딕"/>
              </a:rPr>
              <a:t>105p </a:t>
            </a:r>
            <a:r>
              <a:rPr lang="en-US" sz="1200" dirty="0">
                <a:solidFill>
                  <a:srgbClr val="262626"/>
                </a:solidFill>
                <a:latin typeface="맑은 고딕"/>
              </a:rPr>
              <a:t>9</a:t>
            </a:r>
            <a:r>
              <a:rPr sz="1200" dirty="0" smtClean="0">
                <a:solidFill>
                  <a:srgbClr val="262626"/>
                </a:solidFill>
                <a:latin typeface="맑은 고딕"/>
              </a:rPr>
              <a:t>번 </a:t>
            </a:r>
            <a:r>
              <a:rPr sz="1200" dirty="0">
                <a:solidFill>
                  <a:srgbClr val="262626"/>
                </a:solidFill>
                <a:latin typeface="맑은 고딕"/>
              </a:rPr>
              <a:t>/ </a:t>
            </a:r>
            <a:r>
              <a:rPr lang="ko-KR" altLang="en-US" sz="1200" dirty="0" smtClean="0">
                <a:solidFill>
                  <a:srgbClr val="262626"/>
                </a:solidFill>
                <a:latin typeface="맑은 고딕"/>
              </a:rPr>
              <a:t>중</a:t>
            </a:r>
            <a:endParaRPr sz="1200" dirty="0">
              <a:solidFill>
                <a:srgbClr val="262626"/>
              </a:solidFill>
              <a:latin typeface="맑은 고딕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531607" y="3934968"/>
            <a:ext cx="2339583" cy="5669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sz="1200" dirty="0" err="1">
                <a:solidFill>
                  <a:srgbClr val="262626"/>
                </a:solidFill>
                <a:latin typeface="맑은 고딕"/>
              </a:rPr>
              <a:t>내신콘서트</a:t>
            </a:r>
            <a:endParaRPr sz="1200" dirty="0">
              <a:solidFill>
                <a:srgbClr val="262626"/>
              </a:solidFill>
              <a:latin typeface="맑은 고딕"/>
            </a:endParaRPr>
          </a:p>
          <a:p>
            <a:pPr algn="ctr"/>
            <a:r>
              <a:rPr sz="1200" dirty="0" smtClean="0">
                <a:solidFill>
                  <a:srgbClr val="262626"/>
                </a:solidFill>
                <a:latin typeface="맑은 고딕"/>
              </a:rPr>
              <a:t>12</a:t>
            </a:r>
            <a:r>
              <a:rPr lang="en-US" sz="1200" dirty="0" smtClean="0">
                <a:solidFill>
                  <a:srgbClr val="262626"/>
                </a:solidFill>
                <a:latin typeface="맑은 고딕"/>
              </a:rPr>
              <a:t>5</a:t>
            </a:r>
            <a:r>
              <a:rPr sz="1200" dirty="0" smtClean="0">
                <a:solidFill>
                  <a:srgbClr val="262626"/>
                </a:solidFill>
                <a:latin typeface="맑은 고딕"/>
              </a:rPr>
              <a:t>p 1</a:t>
            </a:r>
            <a:r>
              <a:rPr lang="en-US" sz="1200" dirty="0" smtClean="0">
                <a:solidFill>
                  <a:srgbClr val="262626"/>
                </a:solidFill>
                <a:latin typeface="맑은 고딕"/>
              </a:rPr>
              <a:t>2</a:t>
            </a:r>
            <a:r>
              <a:rPr sz="1200" dirty="0" smtClean="0">
                <a:solidFill>
                  <a:srgbClr val="262626"/>
                </a:solidFill>
                <a:latin typeface="맑은 고딕"/>
              </a:rPr>
              <a:t>번 </a:t>
            </a:r>
            <a:r>
              <a:rPr sz="1200" dirty="0">
                <a:solidFill>
                  <a:srgbClr val="262626"/>
                </a:solidFill>
                <a:latin typeface="맑은 고딕"/>
              </a:rPr>
              <a:t>/ 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26055" y="3934968"/>
            <a:ext cx="2339583" cy="5669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lang="ko-KR" altLang="en-US" sz="1200" dirty="0">
                <a:solidFill>
                  <a:srgbClr val="262626"/>
                </a:solidFill>
                <a:latin typeface="맑은 고딕"/>
              </a:rPr>
              <a:t>백발백중</a:t>
            </a:r>
          </a:p>
          <a:p>
            <a:pPr algn="ctr"/>
            <a:r>
              <a:rPr sz="1200" dirty="0" smtClean="0">
                <a:solidFill>
                  <a:srgbClr val="262626"/>
                </a:solidFill>
                <a:latin typeface="맑은 고딕"/>
              </a:rPr>
              <a:t>1</a:t>
            </a:r>
            <a:r>
              <a:rPr lang="en-US" sz="1200" dirty="0" smtClean="0">
                <a:solidFill>
                  <a:srgbClr val="262626"/>
                </a:solidFill>
                <a:latin typeface="맑은 고딕"/>
              </a:rPr>
              <a:t>0</a:t>
            </a:r>
            <a:r>
              <a:rPr sz="1200" dirty="0" smtClean="0">
                <a:solidFill>
                  <a:srgbClr val="262626"/>
                </a:solidFill>
                <a:latin typeface="맑은 고딕"/>
              </a:rPr>
              <a:t>6p 1</a:t>
            </a:r>
            <a:r>
              <a:rPr lang="en-US" sz="1200" dirty="0" smtClean="0">
                <a:solidFill>
                  <a:srgbClr val="262626"/>
                </a:solidFill>
                <a:latin typeface="맑은 고딕"/>
              </a:rPr>
              <a:t>2</a:t>
            </a:r>
            <a:r>
              <a:rPr sz="1200" dirty="0" smtClean="0">
                <a:solidFill>
                  <a:srgbClr val="262626"/>
                </a:solidFill>
                <a:latin typeface="맑은 고딕"/>
              </a:rPr>
              <a:t>번 </a:t>
            </a:r>
            <a:r>
              <a:rPr sz="1200" dirty="0">
                <a:solidFill>
                  <a:srgbClr val="262626"/>
                </a:solidFill>
                <a:latin typeface="맑은 고딕"/>
              </a:rPr>
              <a:t>/ </a:t>
            </a:r>
            <a:r>
              <a:rPr lang="ko-KR" altLang="en-US" sz="1200" dirty="0" smtClean="0">
                <a:solidFill>
                  <a:srgbClr val="262626"/>
                </a:solidFill>
                <a:latin typeface="맑은 고딕"/>
              </a:rPr>
              <a:t>중</a:t>
            </a:r>
            <a:endParaRPr sz="1200" dirty="0">
              <a:solidFill>
                <a:srgbClr val="262626"/>
              </a:solidFill>
              <a:latin typeface="맑은 고딕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320503" y="3934968"/>
            <a:ext cx="2339583" cy="5669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sz="1200" dirty="0" err="1">
                <a:solidFill>
                  <a:srgbClr val="262626"/>
                </a:solidFill>
                <a:latin typeface="맑은 고딕"/>
              </a:rPr>
              <a:t>내신콘서트</a:t>
            </a:r>
            <a:endParaRPr sz="1200" dirty="0">
              <a:solidFill>
                <a:srgbClr val="262626"/>
              </a:solidFill>
              <a:latin typeface="맑은 고딕"/>
            </a:endParaRPr>
          </a:p>
          <a:p>
            <a:pPr algn="ctr"/>
            <a:r>
              <a:rPr sz="1200" dirty="0">
                <a:solidFill>
                  <a:srgbClr val="262626"/>
                </a:solidFill>
                <a:latin typeface="맑은 고딕"/>
              </a:rPr>
              <a:t>126p </a:t>
            </a:r>
            <a:r>
              <a:rPr sz="1200" dirty="0" smtClean="0">
                <a:solidFill>
                  <a:srgbClr val="262626"/>
                </a:solidFill>
                <a:latin typeface="맑은 고딕"/>
              </a:rPr>
              <a:t>1</a:t>
            </a:r>
            <a:r>
              <a:rPr lang="en-US" sz="1200" dirty="0" smtClean="0">
                <a:solidFill>
                  <a:srgbClr val="262626"/>
                </a:solidFill>
                <a:latin typeface="맑은 고딕"/>
              </a:rPr>
              <a:t>4</a:t>
            </a:r>
            <a:r>
              <a:rPr sz="1200" dirty="0" smtClean="0">
                <a:solidFill>
                  <a:srgbClr val="262626"/>
                </a:solidFill>
                <a:latin typeface="맑은 고딕"/>
              </a:rPr>
              <a:t>번 </a:t>
            </a:r>
            <a:r>
              <a:rPr sz="1200" dirty="0">
                <a:solidFill>
                  <a:srgbClr val="262626"/>
                </a:solidFill>
                <a:latin typeface="맑은 고딕"/>
              </a:rPr>
              <a:t>/ </a:t>
            </a:r>
            <a:r>
              <a:rPr lang="ko-KR" altLang="en-US" sz="1200" dirty="0" smtClean="0">
                <a:solidFill>
                  <a:srgbClr val="262626"/>
                </a:solidFill>
                <a:latin typeface="맑은 고딕"/>
              </a:rPr>
              <a:t>하</a:t>
            </a:r>
            <a:endParaRPr sz="1200" dirty="0">
              <a:solidFill>
                <a:srgbClr val="262626"/>
              </a:solidFill>
              <a:latin typeface="맑은 고딕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9714951" y="3934968"/>
            <a:ext cx="2339583" cy="5669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sz="1200" dirty="0" err="1">
                <a:solidFill>
                  <a:srgbClr val="262626"/>
                </a:solidFill>
                <a:latin typeface="맑은 고딕"/>
              </a:rPr>
              <a:t>백발백중</a:t>
            </a:r>
            <a:endParaRPr sz="1200" dirty="0">
              <a:solidFill>
                <a:srgbClr val="262626"/>
              </a:solidFill>
              <a:latin typeface="맑은 고딕"/>
            </a:endParaRPr>
          </a:p>
          <a:p>
            <a:pPr algn="ctr"/>
            <a:r>
              <a:rPr sz="1200" dirty="0">
                <a:solidFill>
                  <a:srgbClr val="262626"/>
                </a:solidFill>
                <a:latin typeface="맑은 고딕"/>
              </a:rPr>
              <a:t>106p </a:t>
            </a:r>
            <a:r>
              <a:rPr sz="1200" dirty="0" smtClean="0">
                <a:solidFill>
                  <a:srgbClr val="262626"/>
                </a:solidFill>
                <a:latin typeface="맑은 고딕"/>
              </a:rPr>
              <a:t>1</a:t>
            </a:r>
            <a:r>
              <a:rPr lang="en-US" sz="1200" dirty="0" smtClean="0">
                <a:solidFill>
                  <a:srgbClr val="262626"/>
                </a:solidFill>
                <a:latin typeface="맑은 고딕"/>
              </a:rPr>
              <a:t>3</a:t>
            </a:r>
            <a:r>
              <a:rPr sz="1200" dirty="0" smtClean="0">
                <a:solidFill>
                  <a:srgbClr val="262626"/>
                </a:solidFill>
                <a:latin typeface="맑은 고딕"/>
              </a:rPr>
              <a:t>번 </a:t>
            </a:r>
            <a:r>
              <a:rPr sz="1200" dirty="0">
                <a:solidFill>
                  <a:srgbClr val="262626"/>
                </a:solidFill>
                <a:latin typeface="맑은 고딕"/>
              </a:rPr>
              <a:t>/ </a:t>
            </a:r>
            <a:r>
              <a:rPr lang="ko-KR" altLang="en-US" sz="1200" dirty="0" smtClean="0">
                <a:solidFill>
                  <a:srgbClr val="262626"/>
                </a:solidFill>
                <a:latin typeface="맑은 고딕"/>
              </a:rPr>
              <a:t>중</a:t>
            </a:r>
            <a:endParaRPr sz="1200" dirty="0">
              <a:solidFill>
                <a:srgbClr val="262626"/>
              </a:solidFill>
              <a:latin typeface="맑은 고딕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37160" y="6153912"/>
            <a:ext cx="2339583" cy="5669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sz="1200" dirty="0" err="1" smtClean="0">
                <a:solidFill>
                  <a:srgbClr val="262626"/>
                </a:solidFill>
                <a:latin typeface="맑은 고딕"/>
              </a:rPr>
              <a:t>내신콘서트</a:t>
            </a:r>
            <a:endParaRPr sz="1200" dirty="0" smtClean="0">
              <a:solidFill>
                <a:srgbClr val="262626"/>
              </a:solidFill>
              <a:latin typeface="맑은 고딕"/>
            </a:endParaRPr>
          </a:p>
          <a:p>
            <a:pPr algn="ctr"/>
            <a:r>
              <a:rPr sz="1200" dirty="0" smtClean="0">
                <a:solidFill>
                  <a:srgbClr val="262626"/>
                </a:solidFill>
                <a:latin typeface="맑은 고딕"/>
              </a:rPr>
              <a:t>126p 1</a:t>
            </a:r>
            <a:r>
              <a:rPr lang="en-US" sz="1200" dirty="0" smtClean="0">
                <a:solidFill>
                  <a:srgbClr val="262626"/>
                </a:solidFill>
                <a:latin typeface="맑은 고딕"/>
              </a:rPr>
              <a:t>6</a:t>
            </a:r>
            <a:r>
              <a:rPr sz="1200" dirty="0" smtClean="0">
                <a:solidFill>
                  <a:srgbClr val="262626"/>
                </a:solidFill>
                <a:latin typeface="맑은 고딕"/>
              </a:rPr>
              <a:t>번 </a:t>
            </a:r>
            <a:r>
              <a:rPr sz="1200" dirty="0">
                <a:solidFill>
                  <a:srgbClr val="262626"/>
                </a:solidFill>
                <a:latin typeface="맑은 고딕"/>
              </a:rPr>
              <a:t>/ 중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31607" y="6153912"/>
            <a:ext cx="2339583" cy="5669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sz="1200" dirty="0" err="1">
                <a:solidFill>
                  <a:srgbClr val="262626"/>
                </a:solidFill>
                <a:latin typeface="맑은 고딕"/>
              </a:rPr>
              <a:t>백발백중</a:t>
            </a:r>
            <a:endParaRPr sz="1200" dirty="0">
              <a:solidFill>
                <a:srgbClr val="262626"/>
              </a:solidFill>
              <a:latin typeface="맑은 고딕"/>
            </a:endParaRPr>
          </a:p>
          <a:p>
            <a:pPr algn="ctr"/>
            <a:r>
              <a:rPr sz="1200" dirty="0">
                <a:solidFill>
                  <a:srgbClr val="262626"/>
                </a:solidFill>
                <a:latin typeface="맑은 고딕"/>
              </a:rPr>
              <a:t>107p </a:t>
            </a:r>
            <a:r>
              <a:rPr sz="1200" dirty="0" smtClean="0">
                <a:solidFill>
                  <a:srgbClr val="262626"/>
                </a:solidFill>
                <a:latin typeface="맑은 고딕"/>
              </a:rPr>
              <a:t>1</a:t>
            </a:r>
            <a:r>
              <a:rPr lang="en-US" sz="1200" dirty="0" smtClean="0">
                <a:solidFill>
                  <a:srgbClr val="262626"/>
                </a:solidFill>
                <a:latin typeface="맑은 고딕"/>
              </a:rPr>
              <a:t>8</a:t>
            </a:r>
            <a:r>
              <a:rPr sz="1200" dirty="0" smtClean="0">
                <a:solidFill>
                  <a:srgbClr val="262626"/>
                </a:solidFill>
                <a:latin typeface="맑은 고딕"/>
              </a:rPr>
              <a:t>번 </a:t>
            </a:r>
            <a:r>
              <a:rPr sz="1200" dirty="0">
                <a:solidFill>
                  <a:srgbClr val="262626"/>
                </a:solidFill>
                <a:latin typeface="맑은 고딕"/>
              </a:rPr>
              <a:t>/ 중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26055" y="6153912"/>
            <a:ext cx="2339583" cy="5669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sz="1200" dirty="0" err="1">
                <a:solidFill>
                  <a:srgbClr val="262626"/>
                </a:solidFill>
                <a:latin typeface="맑은 고딕"/>
              </a:rPr>
              <a:t>내신콘서트</a:t>
            </a:r>
            <a:endParaRPr sz="1200" dirty="0">
              <a:solidFill>
                <a:srgbClr val="262626"/>
              </a:solidFill>
              <a:latin typeface="맑은 고딕"/>
            </a:endParaRPr>
          </a:p>
          <a:p>
            <a:pPr algn="ctr"/>
            <a:r>
              <a:rPr sz="1200" dirty="0">
                <a:solidFill>
                  <a:srgbClr val="262626"/>
                </a:solidFill>
                <a:latin typeface="맑은 고딕"/>
              </a:rPr>
              <a:t>127p </a:t>
            </a:r>
            <a:r>
              <a:rPr lang="en-US" sz="1200" dirty="0" smtClean="0">
                <a:solidFill>
                  <a:srgbClr val="262626"/>
                </a:solidFill>
                <a:latin typeface="맑은 고딕"/>
              </a:rPr>
              <a:t>19</a:t>
            </a:r>
            <a:r>
              <a:rPr sz="1200" dirty="0" smtClean="0">
                <a:solidFill>
                  <a:srgbClr val="262626"/>
                </a:solidFill>
                <a:latin typeface="맑은 고딕"/>
              </a:rPr>
              <a:t>번 </a:t>
            </a:r>
            <a:r>
              <a:rPr sz="1200" dirty="0">
                <a:solidFill>
                  <a:srgbClr val="262626"/>
                </a:solidFill>
                <a:latin typeface="맑은 고딕"/>
              </a:rPr>
              <a:t>/ </a:t>
            </a:r>
            <a:r>
              <a:rPr lang="ko-KR" altLang="en-US" sz="1200" dirty="0" smtClean="0">
                <a:solidFill>
                  <a:srgbClr val="262626"/>
                </a:solidFill>
                <a:latin typeface="맑은 고딕"/>
              </a:rPr>
              <a:t>중</a:t>
            </a:r>
            <a:endParaRPr sz="1200" dirty="0">
              <a:solidFill>
                <a:srgbClr val="262626"/>
              </a:solidFill>
              <a:latin typeface="맑은 고딕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7320503" y="6153912"/>
            <a:ext cx="2339583" cy="5669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sz="1200" dirty="0" err="1">
                <a:solidFill>
                  <a:srgbClr val="262626"/>
                </a:solidFill>
                <a:latin typeface="맑은 고딕"/>
              </a:rPr>
              <a:t>백발백중</a:t>
            </a:r>
            <a:endParaRPr sz="1200" dirty="0">
              <a:solidFill>
                <a:srgbClr val="262626"/>
              </a:solidFill>
              <a:latin typeface="맑은 고딕"/>
            </a:endParaRPr>
          </a:p>
          <a:p>
            <a:pPr algn="ctr"/>
            <a:r>
              <a:rPr sz="1200" dirty="0" smtClean="0">
                <a:solidFill>
                  <a:srgbClr val="262626"/>
                </a:solidFill>
                <a:latin typeface="맑은 고딕"/>
              </a:rPr>
              <a:t>10</a:t>
            </a:r>
            <a:r>
              <a:rPr lang="en-US" sz="1200" dirty="0" smtClean="0">
                <a:solidFill>
                  <a:srgbClr val="262626"/>
                </a:solidFill>
                <a:latin typeface="맑은 고딕"/>
              </a:rPr>
              <a:t>7</a:t>
            </a:r>
            <a:r>
              <a:rPr sz="1200" dirty="0" smtClean="0">
                <a:solidFill>
                  <a:srgbClr val="262626"/>
                </a:solidFill>
                <a:latin typeface="맑은 고딕"/>
              </a:rPr>
              <a:t>p </a:t>
            </a:r>
            <a:r>
              <a:rPr lang="en-US" sz="1200" dirty="0" smtClean="0">
                <a:solidFill>
                  <a:srgbClr val="262626"/>
                </a:solidFill>
                <a:latin typeface="맑은 고딕"/>
              </a:rPr>
              <a:t>21</a:t>
            </a:r>
            <a:r>
              <a:rPr sz="1200" dirty="0" smtClean="0">
                <a:solidFill>
                  <a:srgbClr val="262626"/>
                </a:solidFill>
                <a:latin typeface="맑은 고딕"/>
              </a:rPr>
              <a:t>번 </a:t>
            </a:r>
            <a:r>
              <a:rPr sz="1200" dirty="0">
                <a:solidFill>
                  <a:srgbClr val="262626"/>
                </a:solidFill>
                <a:latin typeface="맑은 고딕"/>
              </a:rPr>
              <a:t>/ </a:t>
            </a:r>
            <a:r>
              <a:rPr lang="ko-KR" altLang="en-US" sz="1200" dirty="0" smtClean="0">
                <a:solidFill>
                  <a:srgbClr val="262626"/>
                </a:solidFill>
                <a:latin typeface="맑은 고딕"/>
              </a:rPr>
              <a:t>상</a:t>
            </a:r>
            <a:endParaRPr sz="1200" dirty="0">
              <a:solidFill>
                <a:srgbClr val="262626"/>
              </a:solidFill>
              <a:latin typeface="맑은 고딕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9714951" y="6153912"/>
            <a:ext cx="2339583" cy="5669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sz="1200" dirty="0" err="1">
                <a:solidFill>
                  <a:srgbClr val="262626"/>
                </a:solidFill>
                <a:latin typeface="맑은 고딕"/>
              </a:rPr>
              <a:t>내신콘서트</a:t>
            </a:r>
            <a:endParaRPr sz="1200" dirty="0">
              <a:solidFill>
                <a:srgbClr val="262626"/>
              </a:solidFill>
              <a:latin typeface="맑은 고딕"/>
            </a:endParaRPr>
          </a:p>
          <a:p>
            <a:pPr algn="ctr"/>
            <a:r>
              <a:rPr sz="1200" dirty="0">
                <a:solidFill>
                  <a:srgbClr val="262626"/>
                </a:solidFill>
                <a:latin typeface="맑은 고딕"/>
              </a:rPr>
              <a:t>127p </a:t>
            </a:r>
            <a:r>
              <a:rPr sz="1200" dirty="0" smtClean="0">
                <a:solidFill>
                  <a:srgbClr val="262626"/>
                </a:solidFill>
                <a:latin typeface="맑은 고딕"/>
              </a:rPr>
              <a:t>2</a:t>
            </a:r>
            <a:r>
              <a:rPr lang="en-US" sz="1200" dirty="0" smtClean="0">
                <a:solidFill>
                  <a:srgbClr val="262626"/>
                </a:solidFill>
                <a:latin typeface="맑은 고딕"/>
              </a:rPr>
              <a:t>4</a:t>
            </a:r>
            <a:r>
              <a:rPr sz="1200" dirty="0" smtClean="0">
                <a:solidFill>
                  <a:srgbClr val="262626"/>
                </a:solidFill>
                <a:latin typeface="맑은 고딕"/>
              </a:rPr>
              <a:t>번 </a:t>
            </a:r>
            <a:r>
              <a:rPr sz="1200" dirty="0">
                <a:solidFill>
                  <a:srgbClr val="262626"/>
                </a:solidFill>
                <a:latin typeface="맑은 고딕"/>
              </a:rPr>
              <a:t>/ </a:t>
            </a:r>
            <a:r>
              <a:rPr lang="ko-KR" altLang="en-US" sz="1200" dirty="0" smtClean="0">
                <a:solidFill>
                  <a:srgbClr val="262626"/>
                </a:solidFill>
                <a:latin typeface="맑은 고딕"/>
              </a:rPr>
              <a:t>상</a:t>
            </a:r>
            <a:endParaRPr sz="1200" dirty="0">
              <a:solidFill>
                <a:srgbClr val="262626"/>
              </a:solidFill>
              <a:latin typeface="맑은 고딕"/>
            </a:endParaRPr>
          </a:p>
        </p:txBody>
      </p:sp>
      <p:pic>
        <p:nvPicPr>
          <p:cNvPr id="32" name="그림 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145" y="192693"/>
            <a:ext cx="2141594" cy="1510005"/>
          </a:xfrm>
          <a:prstGeom prst="rect">
            <a:avLst/>
          </a:prstGeom>
        </p:spPr>
      </p:pic>
      <p:pic>
        <p:nvPicPr>
          <p:cNvPr id="33" name="그림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6055" y="64008"/>
            <a:ext cx="2339583" cy="1656200"/>
          </a:xfrm>
          <a:prstGeom prst="rect">
            <a:avLst/>
          </a:prstGeom>
        </p:spPr>
      </p:pic>
      <p:pic>
        <p:nvPicPr>
          <p:cNvPr id="34" name="그림 3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7518" y="469583"/>
            <a:ext cx="2367016" cy="1066369"/>
          </a:xfrm>
          <a:prstGeom prst="rect">
            <a:avLst/>
          </a:prstGeom>
        </p:spPr>
      </p:pic>
      <p:pic>
        <p:nvPicPr>
          <p:cNvPr id="35" name="그림 3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66992" y="2351314"/>
            <a:ext cx="1662275" cy="1583654"/>
          </a:xfrm>
          <a:prstGeom prst="rect">
            <a:avLst/>
          </a:prstGeom>
        </p:spPr>
      </p:pic>
      <p:pic>
        <p:nvPicPr>
          <p:cNvPr id="36" name="그림 3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6245" y="2590712"/>
            <a:ext cx="2303841" cy="1203737"/>
          </a:xfrm>
          <a:prstGeom prst="rect">
            <a:avLst/>
          </a:prstGeom>
        </p:spPr>
      </p:pic>
      <p:pic>
        <p:nvPicPr>
          <p:cNvPr id="37" name="그림 3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0022" y="4707072"/>
            <a:ext cx="2273858" cy="1395147"/>
          </a:xfrm>
          <a:prstGeom prst="rect">
            <a:avLst/>
          </a:prstGeom>
        </p:spPr>
      </p:pic>
      <p:pic>
        <p:nvPicPr>
          <p:cNvPr id="38" name="그림 3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26055" y="4707072"/>
            <a:ext cx="2230168" cy="1217839"/>
          </a:xfrm>
          <a:prstGeom prst="rect">
            <a:avLst/>
          </a:prstGeom>
        </p:spPr>
      </p:pic>
      <p:pic>
        <p:nvPicPr>
          <p:cNvPr id="39" name="그림 3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14951" y="4632609"/>
            <a:ext cx="2320137" cy="1439271"/>
          </a:xfrm>
          <a:prstGeom prst="rect">
            <a:avLst/>
          </a:prstGeom>
        </p:spPr>
      </p:pic>
      <p:pic>
        <p:nvPicPr>
          <p:cNvPr id="40" name="그림 3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04169" y="64008"/>
            <a:ext cx="1987920" cy="1638690"/>
          </a:xfrm>
          <a:prstGeom prst="rect">
            <a:avLst/>
          </a:prstGeom>
        </p:spPr>
      </p:pic>
      <p:pic>
        <p:nvPicPr>
          <p:cNvPr id="41" name="그림 4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44960" y="31483"/>
            <a:ext cx="2063236" cy="1684541"/>
          </a:xfrm>
          <a:prstGeom prst="rect">
            <a:avLst/>
          </a:prstGeom>
        </p:spPr>
      </p:pic>
      <p:pic>
        <p:nvPicPr>
          <p:cNvPr id="42" name="그림 4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7160" y="2488128"/>
            <a:ext cx="2368445" cy="1344252"/>
          </a:xfrm>
          <a:prstGeom prst="rect">
            <a:avLst/>
          </a:prstGeom>
        </p:spPr>
      </p:pic>
      <p:pic>
        <p:nvPicPr>
          <p:cNvPr id="43" name="그림 4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85968" y="2351314"/>
            <a:ext cx="1819755" cy="1542081"/>
          </a:xfrm>
          <a:prstGeom prst="rect">
            <a:avLst/>
          </a:prstGeom>
        </p:spPr>
      </p:pic>
      <p:pic>
        <p:nvPicPr>
          <p:cNvPr id="44" name="그림 4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714951" y="2689489"/>
            <a:ext cx="2320137" cy="1046584"/>
          </a:xfrm>
          <a:prstGeom prst="rect">
            <a:avLst/>
          </a:prstGeom>
        </p:spPr>
      </p:pic>
      <p:pic>
        <p:nvPicPr>
          <p:cNvPr id="45" name="그림 4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514399" y="4760379"/>
            <a:ext cx="2367459" cy="1183730"/>
          </a:xfrm>
          <a:prstGeom prst="rect">
            <a:avLst/>
          </a:prstGeom>
        </p:spPr>
      </p:pic>
      <p:pic>
        <p:nvPicPr>
          <p:cNvPr id="46" name="그림 45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364033" y="4642415"/>
            <a:ext cx="2187693" cy="152493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194560"/>
            <a:ext cx="12191695" cy="2468880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482586"/>
            <a:ext cx="11277295" cy="2077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ko-KR" altLang="en-US" sz="2800" dirty="0" smtClean="0">
                <a:solidFill>
                  <a:srgbClr val="262626"/>
                </a:solidFill>
                <a:latin typeface="맑은 고딕"/>
              </a:rPr>
              <a:t>중</a:t>
            </a:r>
            <a:r>
              <a:rPr lang="en-US" altLang="ko-KR" sz="2800" dirty="0">
                <a:solidFill>
                  <a:srgbClr val="262626"/>
                </a:solidFill>
                <a:latin typeface="맑은 고딕"/>
              </a:rPr>
              <a:t>2</a:t>
            </a:r>
            <a:r>
              <a:rPr lang="en-US" altLang="ko-KR" sz="2800" dirty="0" smtClean="0">
                <a:solidFill>
                  <a:srgbClr val="262626"/>
                </a:solidFill>
                <a:latin typeface="맑은 고딕"/>
              </a:rPr>
              <a:t>-2</a:t>
            </a:r>
            <a:endParaRPr lang="ko-KR" altLang="en-US" sz="2800" dirty="0">
              <a:solidFill>
                <a:srgbClr val="262626"/>
              </a:solidFill>
              <a:latin typeface="맑은 고딕"/>
            </a:endParaRPr>
          </a:p>
          <a:p>
            <a:pPr algn="ctr">
              <a:spcAft>
                <a:spcPts val="1000"/>
              </a:spcAft>
            </a:pPr>
            <a:r>
              <a:rPr lang="en-US" altLang="ko-KR" sz="2800" dirty="0">
                <a:solidFill>
                  <a:srgbClr val="262626"/>
                </a:solidFill>
                <a:latin typeface="맑은 고딕"/>
              </a:rPr>
              <a:t>Ⅲ</a:t>
            </a:r>
            <a:r>
              <a:rPr lang="en-US" altLang="ko-KR" sz="2800" dirty="0" smtClean="0">
                <a:solidFill>
                  <a:srgbClr val="262626"/>
                </a:solidFill>
                <a:latin typeface="맑은 고딕"/>
              </a:rPr>
              <a:t>. </a:t>
            </a:r>
            <a:r>
              <a:rPr lang="ko-KR" altLang="en-US" sz="2800" dirty="0" smtClean="0">
                <a:solidFill>
                  <a:srgbClr val="262626"/>
                </a:solidFill>
                <a:latin typeface="맑은 고딕"/>
              </a:rPr>
              <a:t>도형의 닮음과 피타고라스 정리</a:t>
            </a:r>
            <a:endParaRPr lang="ko-KR" altLang="en-US" sz="2800" dirty="0">
              <a:solidFill>
                <a:srgbClr val="262626"/>
              </a:solidFill>
              <a:latin typeface="맑은 고딕"/>
            </a:endParaRPr>
          </a:p>
          <a:p>
            <a:pPr algn="ctr">
              <a:spcAft>
                <a:spcPts val="1000"/>
              </a:spcAft>
            </a:pPr>
            <a:r>
              <a:rPr lang="en-US" altLang="ko-KR" sz="2400" dirty="0">
                <a:solidFill>
                  <a:srgbClr val="262626"/>
                </a:solidFill>
                <a:latin typeface="맑은 고딕"/>
              </a:rPr>
              <a:t>1. </a:t>
            </a:r>
            <a:r>
              <a:rPr lang="ko-KR" altLang="en-US" sz="2400" dirty="0" smtClean="0">
                <a:solidFill>
                  <a:srgbClr val="262626"/>
                </a:solidFill>
                <a:latin typeface="맑은 고딕"/>
              </a:rPr>
              <a:t>도형의 닮음</a:t>
            </a:r>
            <a:endParaRPr lang="ko-KR" altLang="en-US" sz="2400" dirty="0">
              <a:solidFill>
                <a:srgbClr val="262626"/>
              </a:solidFill>
              <a:latin typeface="맑은 고딕"/>
            </a:endParaRPr>
          </a:p>
          <a:p>
            <a:pPr algn="ctr">
              <a:spcAft>
                <a:spcPts val="1000"/>
              </a:spcAft>
            </a:pPr>
            <a:r>
              <a:rPr lang="ko-KR" altLang="en-US" sz="2400" b="1" dirty="0" err="1">
                <a:solidFill>
                  <a:srgbClr val="262626"/>
                </a:solidFill>
                <a:latin typeface="맑은 고딕"/>
              </a:rPr>
              <a:t>빈출유형</a:t>
            </a:r>
            <a:r>
              <a:rPr lang="ko-KR" altLang="en-US" sz="2400" b="1" dirty="0">
                <a:solidFill>
                  <a:srgbClr val="262626"/>
                </a:solidFill>
                <a:latin typeface="맑은 고딕"/>
              </a:rPr>
              <a:t> </a:t>
            </a:r>
            <a:r>
              <a:rPr lang="en-US" altLang="ko-KR" sz="2400" b="1" dirty="0">
                <a:solidFill>
                  <a:srgbClr val="262626"/>
                </a:solidFill>
                <a:latin typeface="맑은 고딕"/>
              </a:rPr>
              <a:t>2</a:t>
            </a:r>
            <a:r>
              <a:rPr lang="ko-KR" altLang="en-US" sz="2400" b="1" dirty="0" smtClean="0">
                <a:solidFill>
                  <a:srgbClr val="262626"/>
                </a:solidFill>
                <a:latin typeface="맑은 고딕"/>
              </a:rPr>
              <a:t>세트</a:t>
            </a:r>
            <a:endParaRPr lang="ko-KR" altLang="en-US" sz="2400" b="1" dirty="0">
              <a:solidFill>
                <a:srgbClr val="262626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37160" y="1716024"/>
            <a:ext cx="2339583" cy="5669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sz="1200" dirty="0" err="1">
                <a:solidFill>
                  <a:srgbClr val="262626"/>
                </a:solidFill>
                <a:latin typeface="맑은 고딕"/>
              </a:rPr>
              <a:t>내신콘서트</a:t>
            </a:r>
            <a:endParaRPr sz="1200" dirty="0">
              <a:solidFill>
                <a:srgbClr val="262626"/>
              </a:solidFill>
              <a:latin typeface="맑은 고딕"/>
            </a:endParaRPr>
          </a:p>
          <a:p>
            <a:pPr algn="ctr"/>
            <a:r>
              <a:rPr sz="1200" dirty="0">
                <a:solidFill>
                  <a:srgbClr val="262626"/>
                </a:solidFill>
                <a:latin typeface="맑은 고딕"/>
              </a:rPr>
              <a:t>128p </a:t>
            </a:r>
            <a:r>
              <a:rPr lang="en-US" sz="1200" dirty="0" smtClean="0">
                <a:solidFill>
                  <a:srgbClr val="262626"/>
                </a:solidFill>
                <a:latin typeface="맑은 고딕"/>
              </a:rPr>
              <a:t>2</a:t>
            </a:r>
            <a:r>
              <a:rPr sz="1200" dirty="0" smtClean="0">
                <a:solidFill>
                  <a:srgbClr val="262626"/>
                </a:solidFill>
                <a:latin typeface="맑은 고딕"/>
              </a:rPr>
              <a:t>번 </a:t>
            </a:r>
            <a:r>
              <a:rPr sz="1200" dirty="0">
                <a:solidFill>
                  <a:srgbClr val="262626"/>
                </a:solidFill>
                <a:latin typeface="맑은 고딕"/>
              </a:rPr>
              <a:t>/ 하</a:t>
            </a:r>
          </a:p>
        </p:txBody>
      </p:sp>
      <p:sp>
        <p:nvSpPr>
          <p:cNvPr id="5" name="Rectangle 4"/>
          <p:cNvSpPr/>
          <p:nvPr/>
        </p:nvSpPr>
        <p:spPr>
          <a:xfrm>
            <a:off x="2531607" y="1716024"/>
            <a:ext cx="2339583" cy="5669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lang="ko-KR" altLang="en-US" sz="1200" dirty="0" err="1">
                <a:solidFill>
                  <a:srgbClr val="262626"/>
                </a:solidFill>
                <a:latin typeface="맑은 고딕"/>
              </a:rPr>
              <a:t>내신콘서트</a:t>
            </a:r>
            <a:endParaRPr lang="ko-KR" altLang="en-US" sz="1200" dirty="0">
              <a:solidFill>
                <a:srgbClr val="262626"/>
              </a:solidFill>
              <a:latin typeface="맑은 고딕"/>
            </a:endParaRPr>
          </a:p>
          <a:p>
            <a:pPr algn="ctr"/>
            <a:r>
              <a:rPr sz="1200" dirty="0" smtClean="0">
                <a:solidFill>
                  <a:srgbClr val="262626"/>
                </a:solidFill>
                <a:latin typeface="맑은 고딕"/>
              </a:rPr>
              <a:t>1</a:t>
            </a:r>
            <a:r>
              <a:rPr lang="en-US" sz="1200" dirty="0" smtClean="0">
                <a:solidFill>
                  <a:srgbClr val="262626"/>
                </a:solidFill>
                <a:latin typeface="맑은 고딕"/>
              </a:rPr>
              <a:t>2</a:t>
            </a:r>
            <a:r>
              <a:rPr sz="1200" dirty="0" smtClean="0">
                <a:solidFill>
                  <a:srgbClr val="262626"/>
                </a:solidFill>
                <a:latin typeface="맑은 고딕"/>
              </a:rPr>
              <a:t>8p </a:t>
            </a:r>
            <a:r>
              <a:rPr sz="1200" dirty="0">
                <a:solidFill>
                  <a:srgbClr val="262626"/>
                </a:solidFill>
                <a:latin typeface="맑은 고딕"/>
              </a:rPr>
              <a:t>3번 / </a:t>
            </a:r>
            <a:r>
              <a:rPr lang="ko-KR" altLang="en-US" sz="1200" dirty="0" smtClean="0">
                <a:solidFill>
                  <a:srgbClr val="262626"/>
                </a:solidFill>
                <a:latin typeface="맑은 고딕"/>
              </a:rPr>
              <a:t>중</a:t>
            </a:r>
            <a:endParaRPr sz="1200" dirty="0">
              <a:solidFill>
                <a:srgbClr val="262626"/>
              </a:solidFill>
              <a:latin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926055" y="1716024"/>
            <a:ext cx="2339583" cy="5669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sz="1200" dirty="0" err="1">
                <a:solidFill>
                  <a:srgbClr val="262626"/>
                </a:solidFill>
                <a:latin typeface="맑은 고딕"/>
              </a:rPr>
              <a:t>내신콘서트</a:t>
            </a:r>
            <a:endParaRPr sz="1200" dirty="0">
              <a:solidFill>
                <a:srgbClr val="262626"/>
              </a:solidFill>
              <a:latin typeface="맑은 고딕"/>
            </a:endParaRPr>
          </a:p>
          <a:p>
            <a:pPr algn="ctr"/>
            <a:r>
              <a:rPr sz="1200" dirty="0" smtClean="0">
                <a:solidFill>
                  <a:srgbClr val="262626"/>
                </a:solidFill>
                <a:latin typeface="맑은 고딕"/>
              </a:rPr>
              <a:t>12</a:t>
            </a:r>
            <a:r>
              <a:rPr lang="en-US" sz="1200" dirty="0" smtClean="0">
                <a:solidFill>
                  <a:srgbClr val="262626"/>
                </a:solidFill>
                <a:latin typeface="맑은 고딕"/>
              </a:rPr>
              <a:t>9</a:t>
            </a:r>
            <a:r>
              <a:rPr sz="1200" dirty="0" smtClean="0">
                <a:solidFill>
                  <a:srgbClr val="262626"/>
                </a:solidFill>
                <a:latin typeface="맑은 고딕"/>
              </a:rPr>
              <a:t>p </a:t>
            </a:r>
            <a:r>
              <a:rPr lang="en-US" sz="1200" dirty="0">
                <a:solidFill>
                  <a:srgbClr val="262626"/>
                </a:solidFill>
                <a:latin typeface="맑은 고딕"/>
              </a:rPr>
              <a:t>7</a:t>
            </a:r>
            <a:r>
              <a:rPr sz="1200" dirty="0" smtClean="0">
                <a:solidFill>
                  <a:srgbClr val="262626"/>
                </a:solidFill>
                <a:latin typeface="맑은 고딕"/>
              </a:rPr>
              <a:t>번 </a:t>
            </a:r>
            <a:r>
              <a:rPr sz="1200" dirty="0">
                <a:solidFill>
                  <a:srgbClr val="262626"/>
                </a:solidFill>
                <a:latin typeface="맑은 고딕"/>
              </a:rPr>
              <a:t>/ 중</a:t>
            </a:r>
          </a:p>
        </p:txBody>
      </p:sp>
      <p:sp>
        <p:nvSpPr>
          <p:cNvPr id="9" name="Rectangle 8"/>
          <p:cNvSpPr/>
          <p:nvPr/>
        </p:nvSpPr>
        <p:spPr>
          <a:xfrm>
            <a:off x="7320503" y="1716024"/>
            <a:ext cx="2339583" cy="5669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sz="1200" dirty="0" err="1">
                <a:solidFill>
                  <a:srgbClr val="262626"/>
                </a:solidFill>
                <a:latin typeface="맑은 고딕"/>
              </a:rPr>
              <a:t>내신콘서트</a:t>
            </a:r>
            <a:endParaRPr sz="1200" dirty="0">
              <a:solidFill>
                <a:srgbClr val="262626"/>
              </a:solidFill>
              <a:latin typeface="맑은 고딕"/>
            </a:endParaRPr>
          </a:p>
          <a:p>
            <a:pPr algn="ctr"/>
            <a:r>
              <a:rPr sz="1200" dirty="0">
                <a:solidFill>
                  <a:srgbClr val="262626"/>
                </a:solidFill>
                <a:latin typeface="맑은 고딕"/>
              </a:rPr>
              <a:t>129p </a:t>
            </a:r>
            <a:r>
              <a:rPr lang="en-US" sz="1200" dirty="0" smtClean="0">
                <a:solidFill>
                  <a:srgbClr val="262626"/>
                </a:solidFill>
                <a:latin typeface="맑은 고딕"/>
              </a:rPr>
              <a:t>8</a:t>
            </a:r>
            <a:r>
              <a:rPr sz="1200" dirty="0" smtClean="0">
                <a:solidFill>
                  <a:srgbClr val="262626"/>
                </a:solidFill>
                <a:latin typeface="맑은 고딕"/>
              </a:rPr>
              <a:t>번 </a:t>
            </a:r>
            <a:r>
              <a:rPr sz="1200" dirty="0">
                <a:solidFill>
                  <a:srgbClr val="262626"/>
                </a:solidFill>
                <a:latin typeface="맑은 고딕"/>
              </a:rPr>
              <a:t>/ 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714951" y="1716024"/>
            <a:ext cx="2339583" cy="5669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sz="1200" dirty="0" err="1">
                <a:solidFill>
                  <a:srgbClr val="262626"/>
                </a:solidFill>
                <a:latin typeface="맑은 고딕"/>
              </a:rPr>
              <a:t>백발백중</a:t>
            </a:r>
            <a:endParaRPr sz="1200" dirty="0">
              <a:solidFill>
                <a:srgbClr val="262626"/>
              </a:solidFill>
              <a:latin typeface="맑은 고딕"/>
            </a:endParaRPr>
          </a:p>
          <a:p>
            <a:pPr algn="ctr"/>
            <a:r>
              <a:rPr sz="1200" dirty="0">
                <a:solidFill>
                  <a:srgbClr val="262626"/>
                </a:solidFill>
                <a:latin typeface="맑은 고딕"/>
              </a:rPr>
              <a:t>109p 9번 / 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" y="3934968"/>
            <a:ext cx="2339583" cy="5669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lang="ko-KR" altLang="en-US" sz="1200" dirty="0" smtClean="0">
                <a:solidFill>
                  <a:srgbClr val="262626"/>
                </a:solidFill>
                <a:latin typeface="맑은 고딕"/>
              </a:rPr>
              <a:t>백발백중</a:t>
            </a:r>
            <a:endParaRPr sz="1200" dirty="0">
              <a:solidFill>
                <a:srgbClr val="262626"/>
              </a:solidFill>
              <a:latin typeface="맑은 고딕"/>
            </a:endParaRPr>
          </a:p>
          <a:p>
            <a:pPr algn="ctr"/>
            <a:r>
              <a:rPr sz="1200" dirty="0" smtClean="0">
                <a:solidFill>
                  <a:srgbClr val="262626"/>
                </a:solidFill>
                <a:latin typeface="맑은 고딕"/>
              </a:rPr>
              <a:t>1</a:t>
            </a:r>
            <a:r>
              <a:rPr lang="en-US" sz="1200" dirty="0">
                <a:solidFill>
                  <a:srgbClr val="262626"/>
                </a:solidFill>
                <a:latin typeface="맑은 고딕"/>
              </a:rPr>
              <a:t>0</a:t>
            </a:r>
            <a:r>
              <a:rPr sz="1200" dirty="0" smtClean="0">
                <a:solidFill>
                  <a:srgbClr val="262626"/>
                </a:solidFill>
                <a:latin typeface="맑은 고딕"/>
              </a:rPr>
              <a:t>9p 1</a:t>
            </a:r>
            <a:r>
              <a:rPr lang="en-US" sz="1200" dirty="0" smtClean="0">
                <a:solidFill>
                  <a:srgbClr val="262626"/>
                </a:solidFill>
                <a:latin typeface="맑은 고딕"/>
              </a:rPr>
              <a:t>0</a:t>
            </a:r>
            <a:r>
              <a:rPr sz="1200" dirty="0" smtClean="0">
                <a:solidFill>
                  <a:srgbClr val="262626"/>
                </a:solidFill>
                <a:latin typeface="맑은 고딕"/>
              </a:rPr>
              <a:t>번 </a:t>
            </a:r>
            <a:r>
              <a:rPr sz="1200" dirty="0">
                <a:solidFill>
                  <a:srgbClr val="262626"/>
                </a:solidFill>
                <a:latin typeface="맑은 고딕"/>
              </a:rPr>
              <a:t>/ </a:t>
            </a:r>
            <a:r>
              <a:rPr lang="ko-KR" altLang="en-US" sz="1200" dirty="0" smtClean="0">
                <a:solidFill>
                  <a:srgbClr val="262626"/>
                </a:solidFill>
                <a:latin typeface="맑은 고딕"/>
              </a:rPr>
              <a:t>상</a:t>
            </a:r>
            <a:endParaRPr sz="1200" dirty="0">
              <a:solidFill>
                <a:srgbClr val="262626"/>
              </a:solidFill>
              <a:latin typeface="맑은 고딕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531607" y="3934968"/>
            <a:ext cx="2339583" cy="5669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lang="ko-KR" altLang="en-US" sz="1200" dirty="0" err="1" smtClean="0">
                <a:solidFill>
                  <a:srgbClr val="262626"/>
                </a:solidFill>
                <a:latin typeface="맑은 고딕"/>
              </a:rPr>
              <a:t>내신콘서트</a:t>
            </a:r>
            <a:endParaRPr sz="1200" dirty="0">
              <a:solidFill>
                <a:srgbClr val="262626"/>
              </a:solidFill>
              <a:latin typeface="맑은 고딕"/>
            </a:endParaRPr>
          </a:p>
          <a:p>
            <a:pPr algn="ctr"/>
            <a:r>
              <a:rPr sz="1200" dirty="0" smtClean="0">
                <a:solidFill>
                  <a:srgbClr val="262626"/>
                </a:solidFill>
                <a:latin typeface="맑은 고딕"/>
              </a:rPr>
              <a:t>1</a:t>
            </a:r>
            <a:r>
              <a:rPr lang="en-US" sz="1200" dirty="0" smtClean="0">
                <a:solidFill>
                  <a:srgbClr val="262626"/>
                </a:solidFill>
                <a:latin typeface="맑은 고딕"/>
              </a:rPr>
              <a:t>29</a:t>
            </a:r>
            <a:r>
              <a:rPr sz="1200" dirty="0" smtClean="0">
                <a:solidFill>
                  <a:srgbClr val="262626"/>
                </a:solidFill>
                <a:latin typeface="맑은 고딕"/>
              </a:rPr>
              <a:t>p </a:t>
            </a:r>
            <a:r>
              <a:rPr sz="1200" dirty="0">
                <a:solidFill>
                  <a:srgbClr val="262626"/>
                </a:solidFill>
                <a:latin typeface="맑은 고딕"/>
              </a:rPr>
              <a:t>12번 / </a:t>
            </a:r>
            <a:r>
              <a:rPr lang="ko-KR" altLang="en-US" sz="1200" dirty="0" smtClean="0">
                <a:solidFill>
                  <a:srgbClr val="262626"/>
                </a:solidFill>
                <a:latin typeface="맑은 고딕"/>
              </a:rPr>
              <a:t>하</a:t>
            </a:r>
            <a:endParaRPr sz="1200" dirty="0">
              <a:solidFill>
                <a:srgbClr val="262626"/>
              </a:solidFill>
              <a:latin typeface="맑은 고딕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926055" y="3934968"/>
            <a:ext cx="2339583" cy="5669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lang="ko-KR" altLang="en-US" sz="1200" dirty="0">
                <a:solidFill>
                  <a:srgbClr val="262626"/>
                </a:solidFill>
                <a:latin typeface="맑은 고딕"/>
              </a:rPr>
              <a:t>백발백중</a:t>
            </a:r>
          </a:p>
          <a:p>
            <a:pPr algn="ctr"/>
            <a:r>
              <a:rPr sz="1200" dirty="0" smtClean="0">
                <a:solidFill>
                  <a:srgbClr val="262626"/>
                </a:solidFill>
                <a:latin typeface="맑은 고딕"/>
              </a:rPr>
              <a:t>1</a:t>
            </a:r>
            <a:r>
              <a:rPr lang="en-US" sz="1200" dirty="0" smtClean="0">
                <a:solidFill>
                  <a:srgbClr val="262626"/>
                </a:solidFill>
                <a:latin typeface="맑은 고딕"/>
              </a:rPr>
              <a:t>1</a:t>
            </a:r>
            <a:r>
              <a:rPr sz="1200" dirty="0" smtClean="0">
                <a:solidFill>
                  <a:srgbClr val="262626"/>
                </a:solidFill>
                <a:latin typeface="맑은 고딕"/>
              </a:rPr>
              <a:t>0p 1</a:t>
            </a:r>
            <a:r>
              <a:rPr lang="en-US" sz="1200" dirty="0" smtClean="0">
                <a:solidFill>
                  <a:srgbClr val="262626"/>
                </a:solidFill>
                <a:latin typeface="맑은 고딕"/>
              </a:rPr>
              <a:t>3</a:t>
            </a:r>
            <a:r>
              <a:rPr sz="1200" dirty="0" smtClean="0">
                <a:solidFill>
                  <a:srgbClr val="262626"/>
                </a:solidFill>
                <a:latin typeface="맑은 고딕"/>
              </a:rPr>
              <a:t>번 </a:t>
            </a:r>
            <a:r>
              <a:rPr sz="1200" dirty="0">
                <a:solidFill>
                  <a:srgbClr val="262626"/>
                </a:solidFill>
                <a:latin typeface="맑은 고딕"/>
              </a:rPr>
              <a:t>/ </a:t>
            </a:r>
            <a:r>
              <a:rPr lang="ko-KR" altLang="en-US" sz="1200" dirty="0" smtClean="0">
                <a:solidFill>
                  <a:srgbClr val="262626"/>
                </a:solidFill>
                <a:latin typeface="맑은 고딕"/>
              </a:rPr>
              <a:t>중</a:t>
            </a:r>
            <a:endParaRPr sz="1200" dirty="0">
              <a:solidFill>
                <a:srgbClr val="262626"/>
              </a:solidFill>
              <a:latin typeface="맑은 고딕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320503" y="3934968"/>
            <a:ext cx="2339583" cy="5669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lang="ko-KR" altLang="en-US" sz="1200" dirty="0">
                <a:solidFill>
                  <a:srgbClr val="262626"/>
                </a:solidFill>
                <a:latin typeface="맑은 고딕"/>
              </a:rPr>
              <a:t>백발백중</a:t>
            </a:r>
          </a:p>
          <a:p>
            <a:pPr algn="ctr"/>
            <a:r>
              <a:rPr sz="1200" dirty="0" smtClean="0">
                <a:solidFill>
                  <a:srgbClr val="262626"/>
                </a:solidFill>
                <a:latin typeface="맑은 고딕"/>
              </a:rPr>
              <a:t>1</a:t>
            </a:r>
            <a:r>
              <a:rPr lang="en-US" sz="1200" dirty="0" smtClean="0">
                <a:solidFill>
                  <a:srgbClr val="262626"/>
                </a:solidFill>
                <a:latin typeface="맑은 고딕"/>
              </a:rPr>
              <a:t>1</a:t>
            </a:r>
            <a:r>
              <a:rPr sz="1200" dirty="0" smtClean="0">
                <a:solidFill>
                  <a:srgbClr val="262626"/>
                </a:solidFill>
                <a:latin typeface="맑은 고딕"/>
              </a:rPr>
              <a:t>0p 1</a:t>
            </a:r>
            <a:r>
              <a:rPr lang="en-US" sz="1200" dirty="0" smtClean="0">
                <a:solidFill>
                  <a:srgbClr val="262626"/>
                </a:solidFill>
                <a:latin typeface="맑은 고딕"/>
              </a:rPr>
              <a:t>6</a:t>
            </a:r>
            <a:r>
              <a:rPr sz="1200" dirty="0" smtClean="0">
                <a:solidFill>
                  <a:srgbClr val="262626"/>
                </a:solidFill>
                <a:latin typeface="맑은 고딕"/>
              </a:rPr>
              <a:t>번 </a:t>
            </a:r>
            <a:r>
              <a:rPr sz="1200" dirty="0">
                <a:solidFill>
                  <a:srgbClr val="262626"/>
                </a:solidFill>
                <a:latin typeface="맑은 고딕"/>
              </a:rPr>
              <a:t>/ </a:t>
            </a:r>
            <a:r>
              <a:rPr lang="ko-KR" altLang="en-US" sz="1200" dirty="0" smtClean="0">
                <a:solidFill>
                  <a:srgbClr val="262626"/>
                </a:solidFill>
                <a:latin typeface="맑은 고딕"/>
              </a:rPr>
              <a:t>상</a:t>
            </a:r>
            <a:endParaRPr sz="1200" dirty="0">
              <a:solidFill>
                <a:srgbClr val="262626"/>
              </a:solidFill>
              <a:latin typeface="맑은 고딕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9714951" y="3934968"/>
            <a:ext cx="2339583" cy="5669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sz="1200" dirty="0" err="1">
                <a:solidFill>
                  <a:srgbClr val="262626"/>
                </a:solidFill>
                <a:latin typeface="맑은 고딕"/>
              </a:rPr>
              <a:t>내신콘서트</a:t>
            </a:r>
            <a:endParaRPr sz="1200" dirty="0">
              <a:solidFill>
                <a:srgbClr val="262626"/>
              </a:solidFill>
              <a:latin typeface="맑은 고딕"/>
            </a:endParaRPr>
          </a:p>
          <a:p>
            <a:pPr algn="ctr"/>
            <a:r>
              <a:rPr sz="1200" dirty="0">
                <a:solidFill>
                  <a:srgbClr val="262626"/>
                </a:solidFill>
                <a:latin typeface="맑은 고딕"/>
              </a:rPr>
              <a:t>130p </a:t>
            </a:r>
            <a:r>
              <a:rPr sz="1200" dirty="0" smtClean="0">
                <a:solidFill>
                  <a:srgbClr val="262626"/>
                </a:solidFill>
                <a:latin typeface="맑은 고딕"/>
              </a:rPr>
              <a:t>1</a:t>
            </a:r>
            <a:r>
              <a:rPr lang="en-US" sz="1200" dirty="0" smtClean="0">
                <a:solidFill>
                  <a:srgbClr val="262626"/>
                </a:solidFill>
                <a:latin typeface="맑은 고딕"/>
              </a:rPr>
              <a:t>7</a:t>
            </a:r>
            <a:r>
              <a:rPr sz="1200" dirty="0" smtClean="0">
                <a:solidFill>
                  <a:srgbClr val="262626"/>
                </a:solidFill>
                <a:latin typeface="맑은 고딕"/>
              </a:rPr>
              <a:t>번 </a:t>
            </a:r>
            <a:r>
              <a:rPr sz="1200" dirty="0">
                <a:solidFill>
                  <a:srgbClr val="262626"/>
                </a:solidFill>
                <a:latin typeface="맑은 고딕"/>
              </a:rPr>
              <a:t>/ </a:t>
            </a:r>
            <a:r>
              <a:rPr lang="ko-KR" altLang="en-US" sz="1200" dirty="0" smtClean="0">
                <a:solidFill>
                  <a:srgbClr val="262626"/>
                </a:solidFill>
                <a:latin typeface="맑은 고딕"/>
              </a:rPr>
              <a:t>중</a:t>
            </a:r>
            <a:endParaRPr sz="1200" dirty="0">
              <a:solidFill>
                <a:srgbClr val="262626"/>
              </a:solidFill>
              <a:latin typeface="맑은 고딕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37160" y="6153912"/>
            <a:ext cx="2339583" cy="5669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lang="ko-KR" altLang="en-US" sz="1200" dirty="0" smtClean="0">
                <a:solidFill>
                  <a:srgbClr val="262626"/>
                </a:solidFill>
                <a:latin typeface="맑은 고딕"/>
              </a:rPr>
              <a:t>백발백중</a:t>
            </a:r>
            <a:endParaRPr lang="en-US" altLang="ko-KR" sz="1200" dirty="0" smtClean="0">
              <a:solidFill>
                <a:srgbClr val="262626"/>
              </a:solidFill>
              <a:latin typeface="맑은 고딕"/>
            </a:endParaRPr>
          </a:p>
          <a:p>
            <a:pPr algn="ctr"/>
            <a:r>
              <a:rPr sz="1200" dirty="0" smtClean="0">
                <a:solidFill>
                  <a:srgbClr val="262626"/>
                </a:solidFill>
                <a:latin typeface="맑은 고딕"/>
              </a:rPr>
              <a:t>1</a:t>
            </a:r>
            <a:r>
              <a:rPr lang="en-US" sz="1200" dirty="0" smtClean="0">
                <a:solidFill>
                  <a:srgbClr val="262626"/>
                </a:solidFill>
                <a:latin typeface="맑은 고딕"/>
              </a:rPr>
              <a:t>07</a:t>
            </a:r>
            <a:r>
              <a:rPr sz="1200" dirty="0" smtClean="0">
                <a:solidFill>
                  <a:srgbClr val="262626"/>
                </a:solidFill>
                <a:latin typeface="맑은 고딕"/>
              </a:rPr>
              <a:t>p 1</a:t>
            </a:r>
            <a:r>
              <a:rPr lang="en-US" sz="1200" dirty="0" smtClean="0">
                <a:solidFill>
                  <a:srgbClr val="262626"/>
                </a:solidFill>
                <a:latin typeface="맑은 고딕"/>
              </a:rPr>
              <a:t>9</a:t>
            </a:r>
            <a:r>
              <a:rPr sz="1200" dirty="0" smtClean="0">
                <a:solidFill>
                  <a:srgbClr val="262626"/>
                </a:solidFill>
                <a:latin typeface="맑은 고딕"/>
              </a:rPr>
              <a:t>번 </a:t>
            </a:r>
            <a:r>
              <a:rPr sz="1200" dirty="0">
                <a:solidFill>
                  <a:srgbClr val="262626"/>
                </a:solidFill>
                <a:latin typeface="맑은 고딕"/>
              </a:rPr>
              <a:t>/ 중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31607" y="6153912"/>
            <a:ext cx="2339583" cy="5669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lang="ko-KR" altLang="en-US" sz="1200" dirty="0">
                <a:solidFill>
                  <a:srgbClr val="262626"/>
                </a:solidFill>
                <a:latin typeface="맑은 고딕"/>
              </a:rPr>
              <a:t>백발백중</a:t>
            </a:r>
          </a:p>
          <a:p>
            <a:pPr algn="ctr"/>
            <a:r>
              <a:rPr sz="1200" dirty="0" smtClean="0">
                <a:solidFill>
                  <a:srgbClr val="262626"/>
                </a:solidFill>
                <a:latin typeface="맑은 고딕"/>
              </a:rPr>
              <a:t>1</a:t>
            </a:r>
            <a:r>
              <a:rPr lang="en-US" sz="1200" dirty="0" smtClean="0">
                <a:solidFill>
                  <a:srgbClr val="262626"/>
                </a:solidFill>
                <a:latin typeface="맑은 고딕"/>
              </a:rPr>
              <a:t>1</a:t>
            </a:r>
            <a:r>
              <a:rPr sz="1200" dirty="0" smtClean="0">
                <a:solidFill>
                  <a:srgbClr val="262626"/>
                </a:solidFill>
                <a:latin typeface="맑은 고딕"/>
              </a:rPr>
              <a:t>1p </a:t>
            </a:r>
            <a:r>
              <a:rPr lang="en-US" sz="1200" dirty="0" smtClean="0">
                <a:solidFill>
                  <a:srgbClr val="262626"/>
                </a:solidFill>
                <a:latin typeface="맑은 고딕"/>
              </a:rPr>
              <a:t>20</a:t>
            </a:r>
            <a:r>
              <a:rPr sz="1200" dirty="0" smtClean="0">
                <a:solidFill>
                  <a:srgbClr val="262626"/>
                </a:solidFill>
                <a:latin typeface="맑은 고딕"/>
              </a:rPr>
              <a:t>번 </a:t>
            </a:r>
            <a:r>
              <a:rPr sz="1200" dirty="0">
                <a:solidFill>
                  <a:srgbClr val="262626"/>
                </a:solidFill>
                <a:latin typeface="맑은 고딕"/>
              </a:rPr>
              <a:t>/ </a:t>
            </a:r>
            <a:r>
              <a:rPr lang="ko-KR" altLang="en-US" sz="1200" dirty="0" smtClean="0">
                <a:solidFill>
                  <a:srgbClr val="262626"/>
                </a:solidFill>
                <a:latin typeface="맑은 고딕"/>
              </a:rPr>
              <a:t>상</a:t>
            </a:r>
            <a:endParaRPr sz="1200" dirty="0">
              <a:solidFill>
                <a:srgbClr val="262626"/>
              </a:solidFill>
              <a:latin typeface="맑은 고딕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4926055" y="6153912"/>
            <a:ext cx="2339583" cy="5669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sz="1200" dirty="0" err="1">
                <a:solidFill>
                  <a:srgbClr val="262626"/>
                </a:solidFill>
                <a:latin typeface="맑은 고딕"/>
              </a:rPr>
              <a:t>백발백중</a:t>
            </a:r>
            <a:endParaRPr sz="1200" dirty="0">
              <a:solidFill>
                <a:srgbClr val="262626"/>
              </a:solidFill>
              <a:latin typeface="맑은 고딕"/>
            </a:endParaRPr>
          </a:p>
          <a:p>
            <a:pPr algn="ctr"/>
            <a:r>
              <a:rPr sz="1200" dirty="0" smtClean="0">
                <a:solidFill>
                  <a:srgbClr val="262626"/>
                </a:solidFill>
                <a:latin typeface="맑은 고딕"/>
              </a:rPr>
              <a:t>1</a:t>
            </a:r>
            <a:r>
              <a:rPr lang="en-US" sz="1200" dirty="0" smtClean="0">
                <a:solidFill>
                  <a:srgbClr val="262626"/>
                </a:solidFill>
                <a:latin typeface="맑은 고딕"/>
              </a:rPr>
              <a:t>10</a:t>
            </a:r>
            <a:r>
              <a:rPr sz="1200" dirty="0" smtClean="0">
                <a:solidFill>
                  <a:srgbClr val="262626"/>
                </a:solidFill>
                <a:latin typeface="맑은 고딕"/>
              </a:rPr>
              <a:t>p </a:t>
            </a:r>
            <a:r>
              <a:rPr lang="en-US" sz="1200" dirty="0" smtClean="0">
                <a:solidFill>
                  <a:srgbClr val="262626"/>
                </a:solidFill>
                <a:latin typeface="맑은 고딕"/>
              </a:rPr>
              <a:t>17</a:t>
            </a:r>
            <a:r>
              <a:rPr sz="1200" dirty="0" smtClean="0">
                <a:solidFill>
                  <a:srgbClr val="262626"/>
                </a:solidFill>
                <a:latin typeface="맑은 고딕"/>
              </a:rPr>
              <a:t>번 </a:t>
            </a:r>
            <a:r>
              <a:rPr sz="1200" dirty="0">
                <a:solidFill>
                  <a:srgbClr val="262626"/>
                </a:solidFill>
                <a:latin typeface="맑은 고딕"/>
              </a:rPr>
              <a:t>/ </a:t>
            </a:r>
            <a:r>
              <a:rPr lang="ko-KR" altLang="en-US" sz="1200" dirty="0" smtClean="0">
                <a:solidFill>
                  <a:srgbClr val="262626"/>
                </a:solidFill>
                <a:latin typeface="맑은 고딕"/>
              </a:rPr>
              <a:t>중</a:t>
            </a:r>
            <a:endParaRPr sz="1200" dirty="0">
              <a:solidFill>
                <a:srgbClr val="262626"/>
              </a:solidFill>
              <a:latin typeface="맑은 고딕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7320503" y="6153912"/>
            <a:ext cx="2339583" cy="5669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sz="1200" dirty="0" err="1">
                <a:solidFill>
                  <a:srgbClr val="262626"/>
                </a:solidFill>
                <a:latin typeface="맑은 고딕"/>
              </a:rPr>
              <a:t>내신콘서트</a:t>
            </a:r>
            <a:endParaRPr sz="1200" dirty="0">
              <a:solidFill>
                <a:srgbClr val="262626"/>
              </a:solidFill>
              <a:latin typeface="맑은 고딕"/>
            </a:endParaRPr>
          </a:p>
          <a:p>
            <a:pPr algn="ctr"/>
            <a:r>
              <a:rPr sz="1200" dirty="0">
                <a:solidFill>
                  <a:srgbClr val="262626"/>
                </a:solidFill>
                <a:latin typeface="맑은 고딕"/>
              </a:rPr>
              <a:t>131p </a:t>
            </a:r>
            <a:r>
              <a:rPr sz="1200" dirty="0" smtClean="0">
                <a:solidFill>
                  <a:srgbClr val="262626"/>
                </a:solidFill>
                <a:latin typeface="맑은 고딕"/>
              </a:rPr>
              <a:t>2</a:t>
            </a:r>
            <a:r>
              <a:rPr lang="en-US" sz="1200" dirty="0" smtClean="0">
                <a:solidFill>
                  <a:srgbClr val="262626"/>
                </a:solidFill>
                <a:latin typeface="맑은 고딕"/>
              </a:rPr>
              <a:t>2</a:t>
            </a:r>
            <a:r>
              <a:rPr sz="1200" dirty="0" smtClean="0">
                <a:solidFill>
                  <a:srgbClr val="262626"/>
                </a:solidFill>
                <a:latin typeface="맑은 고딕"/>
              </a:rPr>
              <a:t>번 </a:t>
            </a:r>
            <a:r>
              <a:rPr sz="1200" dirty="0">
                <a:solidFill>
                  <a:srgbClr val="262626"/>
                </a:solidFill>
                <a:latin typeface="맑은 고딕"/>
              </a:rPr>
              <a:t>/ </a:t>
            </a:r>
            <a:r>
              <a:rPr lang="ko-KR" altLang="en-US" sz="1200" dirty="0" smtClean="0">
                <a:solidFill>
                  <a:srgbClr val="262626"/>
                </a:solidFill>
                <a:latin typeface="맑은 고딕"/>
              </a:rPr>
              <a:t>상</a:t>
            </a:r>
            <a:endParaRPr sz="1200" dirty="0">
              <a:solidFill>
                <a:srgbClr val="262626"/>
              </a:solidFill>
              <a:latin typeface="맑은 고딕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9714951" y="6153912"/>
            <a:ext cx="2339583" cy="5669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lang="ko-KR" altLang="en-US" sz="1200" dirty="0" err="1">
                <a:solidFill>
                  <a:srgbClr val="262626"/>
                </a:solidFill>
                <a:latin typeface="맑은 고딕"/>
              </a:rPr>
              <a:t>내신콘서트</a:t>
            </a:r>
            <a:endParaRPr lang="ko-KR" altLang="en-US" sz="1200" dirty="0">
              <a:solidFill>
                <a:srgbClr val="262626"/>
              </a:solidFill>
              <a:latin typeface="맑은 고딕"/>
            </a:endParaRPr>
          </a:p>
          <a:p>
            <a:pPr algn="ctr"/>
            <a:r>
              <a:rPr sz="1200" dirty="0" smtClean="0">
                <a:solidFill>
                  <a:srgbClr val="262626"/>
                </a:solidFill>
                <a:latin typeface="맑은 고딕"/>
              </a:rPr>
              <a:t>1</a:t>
            </a:r>
            <a:r>
              <a:rPr lang="en-US" sz="1200" dirty="0" smtClean="0">
                <a:solidFill>
                  <a:srgbClr val="262626"/>
                </a:solidFill>
                <a:latin typeface="맑은 고딕"/>
              </a:rPr>
              <a:t>31</a:t>
            </a:r>
            <a:r>
              <a:rPr sz="1200" dirty="0" smtClean="0">
                <a:solidFill>
                  <a:srgbClr val="262626"/>
                </a:solidFill>
                <a:latin typeface="맑은 고딕"/>
              </a:rPr>
              <a:t>p 2</a:t>
            </a:r>
            <a:r>
              <a:rPr lang="en-US" sz="1200" dirty="0" smtClean="0">
                <a:solidFill>
                  <a:srgbClr val="262626"/>
                </a:solidFill>
                <a:latin typeface="맑은 고딕"/>
              </a:rPr>
              <a:t>3</a:t>
            </a:r>
            <a:r>
              <a:rPr sz="1200" dirty="0" smtClean="0">
                <a:solidFill>
                  <a:srgbClr val="262626"/>
                </a:solidFill>
                <a:latin typeface="맑은 고딕"/>
              </a:rPr>
              <a:t>번 </a:t>
            </a:r>
            <a:r>
              <a:rPr sz="1200" dirty="0">
                <a:solidFill>
                  <a:srgbClr val="262626"/>
                </a:solidFill>
                <a:latin typeface="맑은 고딕"/>
              </a:rPr>
              <a:t>/ 중</a:t>
            </a:r>
          </a:p>
        </p:txBody>
      </p:sp>
      <p:pic>
        <p:nvPicPr>
          <p:cNvPr id="32" name="그림 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528" y="399293"/>
            <a:ext cx="2114845" cy="1095528"/>
          </a:xfrm>
          <a:prstGeom prst="rect">
            <a:avLst/>
          </a:prstGeom>
        </p:spPr>
      </p:pic>
      <p:pic>
        <p:nvPicPr>
          <p:cNvPr id="33" name="그림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7844" y="64008"/>
            <a:ext cx="1779037" cy="1648332"/>
          </a:xfrm>
          <a:prstGeom prst="rect">
            <a:avLst/>
          </a:prstGeom>
        </p:spPr>
      </p:pic>
      <p:pic>
        <p:nvPicPr>
          <p:cNvPr id="34" name="그림 3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6055" y="202708"/>
            <a:ext cx="2339583" cy="1386123"/>
          </a:xfrm>
          <a:prstGeom prst="rect">
            <a:avLst/>
          </a:prstGeom>
        </p:spPr>
      </p:pic>
      <p:pic>
        <p:nvPicPr>
          <p:cNvPr id="35" name="그림 3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4935" y="49564"/>
            <a:ext cx="2050717" cy="1677219"/>
          </a:xfrm>
          <a:prstGeom prst="rect">
            <a:avLst/>
          </a:prstGeom>
        </p:spPr>
      </p:pic>
      <p:pic>
        <p:nvPicPr>
          <p:cNvPr id="36" name="그림 3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28438" y="2363359"/>
            <a:ext cx="2030173" cy="1555768"/>
          </a:xfrm>
          <a:prstGeom prst="rect">
            <a:avLst/>
          </a:prstGeom>
        </p:spPr>
      </p:pic>
      <p:pic>
        <p:nvPicPr>
          <p:cNvPr id="37" name="그림 3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80722" y="2358309"/>
            <a:ext cx="2174901" cy="1581071"/>
          </a:xfrm>
          <a:prstGeom prst="rect">
            <a:avLst/>
          </a:prstGeom>
        </p:spPr>
      </p:pic>
      <p:pic>
        <p:nvPicPr>
          <p:cNvPr id="39" name="그림 3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39135" y="4559374"/>
            <a:ext cx="1928326" cy="1602106"/>
          </a:xfrm>
          <a:prstGeom prst="rect">
            <a:avLst/>
          </a:prstGeom>
        </p:spPr>
      </p:pic>
      <p:pic>
        <p:nvPicPr>
          <p:cNvPr id="40" name="그림 3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40958" y="4877709"/>
            <a:ext cx="2313576" cy="983663"/>
          </a:xfrm>
          <a:prstGeom prst="rect">
            <a:avLst/>
          </a:prstGeom>
        </p:spPr>
      </p:pic>
      <p:pic>
        <p:nvPicPr>
          <p:cNvPr id="41" name="그림 4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87777" y="332508"/>
            <a:ext cx="2419937" cy="1111330"/>
          </a:xfrm>
          <a:prstGeom prst="rect">
            <a:avLst/>
          </a:prstGeom>
        </p:spPr>
      </p:pic>
      <p:pic>
        <p:nvPicPr>
          <p:cNvPr id="42" name="그림 4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8088" y="2410634"/>
            <a:ext cx="2328200" cy="1476419"/>
          </a:xfrm>
          <a:prstGeom prst="rect">
            <a:avLst/>
          </a:prstGeom>
        </p:spPr>
      </p:pic>
      <p:pic>
        <p:nvPicPr>
          <p:cNvPr id="43" name="그림 4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24056" y="2669974"/>
            <a:ext cx="2341582" cy="1026790"/>
          </a:xfrm>
          <a:prstGeom prst="rect">
            <a:avLst/>
          </a:prstGeom>
        </p:spPr>
      </p:pic>
      <p:pic>
        <p:nvPicPr>
          <p:cNvPr id="44" name="그림 4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53408" y="2670495"/>
            <a:ext cx="2273769" cy="1026269"/>
          </a:xfrm>
          <a:prstGeom prst="rect">
            <a:avLst/>
          </a:prstGeom>
        </p:spPr>
      </p:pic>
      <p:pic>
        <p:nvPicPr>
          <p:cNvPr id="45" name="그림 4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49450" y="4709008"/>
            <a:ext cx="2316188" cy="1333373"/>
          </a:xfrm>
          <a:prstGeom prst="rect">
            <a:avLst/>
          </a:prstGeom>
        </p:spPr>
      </p:pic>
      <p:pic>
        <p:nvPicPr>
          <p:cNvPr id="46" name="그림 4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545412" y="4639432"/>
            <a:ext cx="2325778" cy="1402949"/>
          </a:xfrm>
          <a:prstGeom prst="rect">
            <a:avLst/>
          </a:prstGeom>
        </p:spPr>
      </p:pic>
      <p:pic>
        <p:nvPicPr>
          <p:cNvPr id="47" name="그림 4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68088" y="4773217"/>
            <a:ext cx="2303375" cy="116105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</TotalTime>
  <Words>256</Words>
  <Application>Microsoft Office PowerPoint</Application>
  <PresentationFormat>와이드스크린</PresentationFormat>
  <Paragraphs>68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>하지은</dc:creator>
  <cp:keywords/>
  <dc:description>generated using python-pptx</dc:description>
  <cp:lastModifiedBy>하지은</cp:lastModifiedBy>
  <cp:revision>18</cp:revision>
  <dcterms:created xsi:type="dcterms:W3CDTF">2013-01-27T09:14:16Z</dcterms:created>
  <dcterms:modified xsi:type="dcterms:W3CDTF">2026-07-15T05:50:02Z</dcterms:modified>
  <cp:category/>
</cp:coreProperties>
</file>