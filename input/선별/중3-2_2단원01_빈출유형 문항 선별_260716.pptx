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512" y="936"/>
      </p:cViewPr>
      <p:guideLst>
        <p:guide orient="horz" pos="26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72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82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86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40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34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735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09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35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998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727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69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35B85-0BA0-4C39-8316-5537D87F7C6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A127F-EBC4-431E-995B-25EA8909D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255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943100"/>
            <a:ext cx="12191999" cy="24845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3</a:t>
            </a:r>
            <a:r>
              <a:rPr lang="ko-KR" altLang="en-US" sz="2400" dirty="0" smtClean="0">
                <a:solidFill>
                  <a:schemeClr val="tx1"/>
                </a:solidFill>
              </a:rPr>
              <a:t>학년 </a:t>
            </a:r>
            <a:r>
              <a:rPr lang="en-US" altLang="ko-KR" sz="2400" dirty="0">
                <a:solidFill>
                  <a:schemeClr val="tx1"/>
                </a:solidFill>
              </a:rPr>
              <a:t>2</a:t>
            </a:r>
            <a:r>
              <a:rPr lang="ko-KR" altLang="en-US" sz="2400" dirty="0">
                <a:solidFill>
                  <a:schemeClr val="tx1"/>
                </a:solidFill>
              </a:rPr>
              <a:t>학기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Ⅱ</a:t>
            </a:r>
            <a:r>
              <a:rPr lang="en-US" altLang="ko-KR" sz="2400" dirty="0" smtClean="0">
                <a:solidFill>
                  <a:schemeClr val="tx1"/>
                </a:solidFill>
              </a:rPr>
              <a:t>. </a:t>
            </a:r>
            <a:r>
              <a:rPr lang="ko-KR" altLang="en-US" sz="2400" dirty="0" smtClean="0">
                <a:solidFill>
                  <a:schemeClr val="tx1"/>
                </a:solidFill>
              </a:rPr>
              <a:t>원의 성질</a:t>
            </a:r>
            <a:r>
              <a:rPr lang="ko-KR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ko-KR" sz="2400" dirty="0">
                <a:solidFill>
                  <a:schemeClr val="tx1"/>
                </a:solidFill>
              </a:rPr>
              <a:t>/ 01. </a:t>
            </a:r>
            <a:r>
              <a:rPr lang="ko-KR" altLang="en-US" sz="2400" dirty="0" smtClean="0">
                <a:solidFill>
                  <a:schemeClr val="tx1"/>
                </a:solidFill>
              </a:rPr>
              <a:t>원과 직선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빈출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1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회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0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32943"/>
              </p:ext>
            </p:extLst>
          </p:nvPr>
        </p:nvGraphicFramePr>
        <p:xfrm>
          <a:off x="0" y="4714771"/>
          <a:ext cx="12192000" cy="217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925182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9333279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085821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078885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77556424"/>
                    </a:ext>
                  </a:extLst>
                </a:gridCol>
              </a:tblGrid>
              <a:tr h="1356758"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94702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14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직각삼각형의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내접원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15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원에 외접하는 사각형의 성질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73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053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원에 외접하는 사각형의 성질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54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16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원에 외접하는 사각형의 성질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75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063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외접하는 원의 응용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78079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22059"/>
              </p:ext>
            </p:extLst>
          </p:nvPr>
        </p:nvGraphicFramePr>
        <p:xfrm>
          <a:off x="0" y="-1"/>
          <a:ext cx="12192000" cy="2280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925182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9333279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085821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078885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77556424"/>
                    </a:ext>
                  </a:extLst>
                </a:gridCol>
              </a:tblGrid>
              <a:tr h="1356758"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294702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52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중심과 현의 수직이등분선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64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005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중심과 현의 수직이등분선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52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중심과 현의 길이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04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중심과 현의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수직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이등분선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–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원이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접힌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경우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52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06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현의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길이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–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삼각형이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주어진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경우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endParaRPr lang="ko-KR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78079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590950"/>
              </p:ext>
            </p:extLst>
          </p:nvPr>
        </p:nvGraphicFramePr>
        <p:xfrm>
          <a:off x="0" y="2383050"/>
          <a:ext cx="12192000" cy="217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925182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9333279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085821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078885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77556424"/>
                    </a:ext>
                  </a:extLst>
                </a:gridCol>
              </a:tblGrid>
              <a:tr h="1356758"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294702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53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07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하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접선과 반지름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내신콘서트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/ 71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쪽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/ 039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번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중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/ </a:t>
                      </a:r>
                      <a:b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</a:b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원의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접선과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반지름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중심이 같은 원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rlito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53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09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접선의 성질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70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034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반원에서의 접선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72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045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삼각형의 내접원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78079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1" y="154115"/>
            <a:ext cx="2229209" cy="118065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340" y="262315"/>
            <a:ext cx="2367320" cy="13269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42600"/>
            <a:ext cx="2446945" cy="119175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788" y="2584871"/>
            <a:ext cx="2424478" cy="135576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966" y="4907280"/>
            <a:ext cx="2373187" cy="121081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870205"/>
            <a:ext cx="2422769" cy="142270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4231" y="262315"/>
            <a:ext cx="2411272" cy="1310327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0065" y="2584871"/>
            <a:ext cx="2124184" cy="108246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6950" y="2542600"/>
            <a:ext cx="2245833" cy="112291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892" y="2488963"/>
            <a:ext cx="2267765" cy="1323398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5139" y="4870205"/>
            <a:ext cx="2314521" cy="1293998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2030" y="4806123"/>
            <a:ext cx="2369970" cy="133510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6497" y="333217"/>
            <a:ext cx="2311764" cy="1279098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3055" y="333217"/>
            <a:ext cx="2398945" cy="1042260"/>
          </a:xfrm>
          <a:prstGeom prst="rect">
            <a:avLst/>
          </a:prstGeom>
        </p:spPr>
      </p:pic>
      <p:sp>
        <p:nvSpPr>
          <p:cNvPr id="30" name="타원 29"/>
          <p:cNvSpPr/>
          <p:nvPr/>
        </p:nvSpPr>
        <p:spPr>
          <a:xfrm>
            <a:off x="9811892" y="154115"/>
            <a:ext cx="124588" cy="108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30946" y="4806123"/>
            <a:ext cx="2332615" cy="143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8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943100"/>
            <a:ext cx="12191999" cy="24845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3</a:t>
            </a:r>
            <a:r>
              <a:rPr lang="ko-KR" altLang="en-US" sz="2400" dirty="0">
                <a:solidFill>
                  <a:schemeClr val="tx1"/>
                </a:solidFill>
              </a:rPr>
              <a:t>학년 </a:t>
            </a:r>
            <a:r>
              <a:rPr lang="en-US" altLang="ko-KR" sz="2400" dirty="0">
                <a:solidFill>
                  <a:schemeClr val="tx1"/>
                </a:solidFill>
              </a:rPr>
              <a:t>2</a:t>
            </a:r>
            <a:r>
              <a:rPr lang="ko-KR" altLang="en-US" sz="2400" dirty="0">
                <a:solidFill>
                  <a:schemeClr val="tx1"/>
                </a:solidFill>
              </a:rPr>
              <a:t>학기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Ⅱ. </a:t>
            </a:r>
            <a:r>
              <a:rPr lang="ko-KR" altLang="en-US" sz="2400" dirty="0">
                <a:solidFill>
                  <a:schemeClr val="tx1"/>
                </a:solidFill>
              </a:rPr>
              <a:t>원의 성질 </a:t>
            </a:r>
            <a:r>
              <a:rPr lang="en-US" altLang="ko-KR" sz="2400" dirty="0">
                <a:solidFill>
                  <a:schemeClr val="tx1"/>
                </a:solidFill>
              </a:rPr>
              <a:t>/ 01. </a:t>
            </a:r>
            <a:r>
              <a:rPr lang="ko-KR" altLang="en-US" sz="2400" dirty="0">
                <a:solidFill>
                  <a:schemeClr val="tx1"/>
                </a:solidFill>
              </a:rPr>
              <a:t>원과 직선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빈출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2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회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62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593224"/>
              </p:ext>
            </p:extLst>
          </p:nvPr>
        </p:nvGraphicFramePr>
        <p:xfrm>
          <a:off x="0" y="-1"/>
          <a:ext cx="12192000" cy="217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925182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9333279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085821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078885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77556424"/>
                    </a:ext>
                  </a:extLst>
                </a:gridCol>
              </a:tblGrid>
              <a:tr h="1356758"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294702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중심과 현의 수직이등분선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중심과 현의 길이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67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020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중심과 현의 길이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66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04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중심과 현의 길이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56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07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접선과 반지름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78079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621669"/>
              </p:ext>
            </p:extLst>
          </p:nvPr>
        </p:nvGraphicFramePr>
        <p:xfrm>
          <a:off x="0" y="2383050"/>
          <a:ext cx="12192000" cy="217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925182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9333279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085821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078885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77556424"/>
                    </a:ext>
                  </a:extLst>
                </a:gridCol>
              </a:tblGrid>
              <a:tr h="1356758"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294702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56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08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접선의 성질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68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026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접선의 성질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69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031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원의 접선의 성질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56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11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원의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접선과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반지름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중심이 같은 원</a:t>
                      </a:r>
                      <a:endParaRPr lang="ko-KR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038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상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반원에서의 접선</a:t>
                      </a:r>
                      <a:endParaRPr lang="ko-KR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78079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386226"/>
              </p:ext>
            </p:extLst>
          </p:nvPr>
        </p:nvGraphicFramePr>
        <p:xfrm>
          <a:off x="0" y="4714771"/>
          <a:ext cx="12192000" cy="217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925182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9333279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085821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078885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77556424"/>
                    </a:ext>
                  </a:extLst>
                </a:gridCol>
              </a:tblGrid>
              <a:tr h="1356758">
                <a:tc>
                  <a:txBody>
                    <a:bodyPr/>
                    <a:lstStyle/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294702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72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047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삼각형의 내접원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57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14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원의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접선과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반지름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중심이 같은 원</a:t>
                      </a:r>
                      <a:endParaRPr lang="ko-KR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백발백중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57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15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원의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접선과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반지름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rlito"/>
                          <a:ea typeface="+mn-ea"/>
                          <a:cs typeface="+mn-cs"/>
                        </a:rPr>
                        <a:t>중심이 같은 원</a:t>
                      </a:r>
                      <a:endParaRPr lang="ko-KR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74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056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원에 외접하는 사각형의 성질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내신콘서트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75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쪽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061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번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중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/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rlito"/>
                        </a:rPr>
                        <a:t>외접하는 원의 응용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78079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1" y="441687"/>
            <a:ext cx="2221499" cy="112174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997" y="377816"/>
            <a:ext cx="2330353" cy="118561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8904" y="141567"/>
            <a:ext cx="2394056" cy="13758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330" y="2551525"/>
            <a:ext cx="2339340" cy="141178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8677" y="2478952"/>
            <a:ext cx="2241764" cy="1522585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0203" y="4810887"/>
            <a:ext cx="2330353" cy="133898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1610" y="4853755"/>
            <a:ext cx="2323410" cy="1295122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8904" y="4810887"/>
            <a:ext cx="2394056" cy="1423315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5234" y="148509"/>
            <a:ext cx="2387113" cy="1274421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1610" y="204553"/>
            <a:ext cx="2283062" cy="1221041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881" y="2455350"/>
            <a:ext cx="2322121" cy="1258554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5883" y="2455351"/>
            <a:ext cx="2353209" cy="1345638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2908" y="2595036"/>
            <a:ext cx="2400582" cy="1205953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71035" y="4898330"/>
            <a:ext cx="2340315" cy="1284534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05234" y="4935582"/>
            <a:ext cx="2280426" cy="116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1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17963FABFC0D84283BC6AE63267CB5A" ma:contentTypeVersion="11" ma:contentTypeDescription="새 문서를 만듭니다." ma:contentTypeScope="" ma:versionID="03a60ff4294a1025326661e69d230b0d">
  <xsd:schema xmlns:xsd="http://www.w3.org/2001/XMLSchema" xmlns:xs="http://www.w3.org/2001/XMLSchema" xmlns:p="http://schemas.microsoft.com/office/2006/metadata/properties" xmlns:ns3="1a2767d9-0d19-4f0d-9583-e159f2ab210b" targetNamespace="http://schemas.microsoft.com/office/2006/metadata/properties" ma:root="true" ma:fieldsID="fd84a3716a2dd0ac1cfaff5ba706be9b" ns3:_="">
    <xsd:import namespace="1a2767d9-0d19-4f0d-9583-e159f2ab210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767d9-0d19-4f0d-9583-e159f2ab210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CAF665-0772-4503-AC4F-ED427AA210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75947D-C5D2-47FD-8228-3933DEC2A1EB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1a2767d9-0d19-4f0d-9583-e159f2ab210b"/>
    <ds:schemaRef ds:uri="http://schemas.microsoft.com/office/infopath/2007/PartnerControls"/>
    <ds:schemaRef ds:uri="http://purl.org/dc/elements/1.1/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AE265B6-3F30-485A-8803-320C8686D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2767d9-0d19-4f0d-9583-e159f2ab21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483</Words>
  <Application>Microsoft Office PowerPoint</Application>
  <PresentationFormat>와이드스크린</PresentationFormat>
  <Paragraphs>108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Carlito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박은희</dc:creator>
  <cp:lastModifiedBy>박은희</cp:lastModifiedBy>
  <cp:revision>288</cp:revision>
  <dcterms:created xsi:type="dcterms:W3CDTF">2026-07-06T07:26:55Z</dcterms:created>
  <dcterms:modified xsi:type="dcterms:W3CDTF">2026-07-16T06:27:39Z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0x010100417963FABFC0D84283BC6AE63267CB5A</vt:lpwstr>
  </property>
</Properties>
</file>